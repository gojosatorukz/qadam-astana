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d2dfe8bb6174e54" /><Relationship Type="http://schemas.openxmlformats.org/officeDocument/2006/relationships/extended-properties" Target="/docProps/app.xml" Id="R4dd1ff5df1b04c7c" /><Relationship Type="http://schemas.openxmlformats.org/officeDocument/2006/relationships/officeDocument" Target="/ppt/presentation.xml" Id="Re0aeb164e5be4c38" /></Relationships>
</file>

<file path=ppt/presentation.xml><?xml version="1.0" encoding="utf-8"?>
<p:presentation xmlns:p="http://schemas.openxmlformats.org/presentationml/2006/main">
  <p:sldMasterIdLst>
    <p:sldMasterId xmlns:r="http://schemas.openxmlformats.org/officeDocument/2006/relationships" id="2147483648" r:id="Ra913f784cad24c06"/>
  </p:sldMasterIdLst>
  <p:notesMasterIdLst>
    <p:notesMasterId xmlns:r="http://schemas.openxmlformats.org/officeDocument/2006/relationships" r:id="Ra43f23e0a9a74888"/>
  </p:notesMasterIdLst>
  <p:sldIdLst>
    <p:sldId xmlns:r="http://schemas.openxmlformats.org/officeDocument/2006/relationships" id="256" r:id="R0cc43679edf84f6c"/>
    <p:sldId xmlns:r="http://schemas.openxmlformats.org/officeDocument/2006/relationships" id="257" r:id="R06bf261f36824863"/>
    <p:sldId xmlns:r="http://schemas.openxmlformats.org/officeDocument/2006/relationships" id="258" r:id="R7fd782893e5443d3"/>
    <p:sldId xmlns:r="http://schemas.openxmlformats.org/officeDocument/2006/relationships" id="259" r:id="Ra30eb6a5718f4522"/>
    <p:sldId xmlns:r="http://schemas.openxmlformats.org/officeDocument/2006/relationships" id="260" r:id="R1ea5088d2bb444ef"/>
    <p:sldId xmlns:r="http://schemas.openxmlformats.org/officeDocument/2006/relationships" id="261" r:id="R45add31d4e5d45c6"/>
    <p:sldId xmlns:r="http://schemas.openxmlformats.org/officeDocument/2006/relationships" id="262" r:id="R79b2d1acf8fe4542"/>
    <p:sldId xmlns:r="http://schemas.openxmlformats.org/officeDocument/2006/relationships" id="263" r:id="R4316fe5b4d3045f9"/>
    <p:sldId xmlns:r="http://schemas.openxmlformats.org/officeDocument/2006/relationships" id="264" r:id="Re0d8c5ae11cc446c"/>
    <p:sldId xmlns:r="http://schemas.openxmlformats.org/officeDocument/2006/relationships" id="265" r:id="R1cb2ad44ff334f7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f0e92b7291b4b57" /><Relationship Type="http://schemas.openxmlformats.org/officeDocument/2006/relationships/slideMaster" Target="/ppt/slideMasters/slideMaster1.xml" Id="Ra913f784cad24c06" /><Relationship Type="http://schemas.openxmlformats.org/officeDocument/2006/relationships/notesMaster" Target="/ppt/notesMasters/notesMaster1.xml" Id="Ra43f23e0a9a74888" /><Relationship Type="http://schemas.openxmlformats.org/officeDocument/2006/relationships/presProps" Target="/ppt/presProps.xml" Id="R7956b71b93bb4f62" /><Relationship Type="http://schemas.openxmlformats.org/officeDocument/2006/relationships/tableStyles" Target="/ppt/tableStyles.xml" Id="Rf1e90d774a4344c2" /><Relationship Type="http://schemas.openxmlformats.org/officeDocument/2006/relationships/slide" Target="/ppt/slides/slide1.xml" Id="R0cc43679edf84f6c" /><Relationship Type="http://schemas.openxmlformats.org/officeDocument/2006/relationships/slide" Target="/ppt/slides/slide2.xml" Id="R06bf261f36824863" /><Relationship Type="http://schemas.openxmlformats.org/officeDocument/2006/relationships/slide" Target="/ppt/slides/slide3.xml" Id="R7fd782893e5443d3" /><Relationship Type="http://schemas.openxmlformats.org/officeDocument/2006/relationships/slide" Target="/ppt/slides/slide4.xml" Id="Ra30eb6a5718f4522" /><Relationship Type="http://schemas.openxmlformats.org/officeDocument/2006/relationships/slide" Target="/ppt/slides/slide5.xml" Id="R1ea5088d2bb444ef" /><Relationship Type="http://schemas.openxmlformats.org/officeDocument/2006/relationships/slide" Target="/ppt/slides/slide6.xml" Id="R45add31d4e5d45c6" /><Relationship Type="http://schemas.openxmlformats.org/officeDocument/2006/relationships/slide" Target="/ppt/slides/slide7.xml" Id="R79b2d1acf8fe4542" /><Relationship Type="http://schemas.openxmlformats.org/officeDocument/2006/relationships/slide" Target="/ppt/slides/slide8.xml" Id="R4316fe5b4d3045f9" /><Relationship Type="http://schemas.openxmlformats.org/officeDocument/2006/relationships/slide" Target="/ppt/slides/slide9.xml" Id="Re0d8c5ae11cc446c" /><Relationship Type="http://schemas.openxmlformats.org/officeDocument/2006/relationships/slide" Target="/ppt/slides/slide10.xml" Id="R1cb2ad44ff334f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47998d862d47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Qadam VNext">
      <a:dk1>
        <a:srgbClr val="183D42"/>
      </a:dk1>
      <a:lt1>
        <a:srgbClr val="F7F3EB"/>
      </a:lt1>
      <a:dk2>
        <a:srgbClr val="075A63"/>
      </a:dk2>
      <a:lt2>
        <a:srgbClr val="DCE9E6"/>
      </a:lt2>
      <a:accent1>
        <a:srgbClr val="075A63"/>
      </a:accent1>
      <a:accent2>
        <a:srgbClr val="CA5B37"/>
      </a:accent2>
      <a:accent3>
        <a:srgbClr val="DCE9E6"/>
      </a:accent3>
      <a:accent4>
        <a:srgbClr val="586C6D"/>
      </a:accent4>
      <a:accent5>
        <a:srgbClr val="183D42"/>
      </a:accent5>
      <a:accent6>
        <a:srgbClr val="F7F3EB"/>
      </a:accent6>
      <a:hlink>
        <a:srgbClr val="F7F3EB"/>
      </a:hlink>
      <a:folHlink>
        <a:srgbClr val="DCE9E6"/>
      </a:folHlink>
    </a:clrScheme>
    <a:fontScheme name="">
      <a:majorFont>
        <a:latin typeface="Arial"/>
        <a:ea typeface=""/>
        <a:cs typeface=""/>
      </a:majorFont>
      <a:minorFont>
        <a:latin typeface="Arial"/>
        <a:ea typeface=""/>
        <a:cs typeface=""/>
      </a:minorFont>
    </a:fontScheme>
    <a:fmtScheme name="Qadam VNex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049693af8e4d1d" /><Relationship Type="http://schemas.openxmlformats.org/officeDocument/2006/relationships/notesMaster" Target="/ppt/notesMasters/notesMaster1.xml" Id="Rfc4b5258564443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9ae01a64174dcb" /><Relationship Type="http://schemas.openxmlformats.org/officeDocument/2006/relationships/notesMaster" Target="/ppt/notesMasters/notesMaster1.xml" Id="Racc5cac54b1b4b65" /></Relationships>
</file>

<file path=ppt/notesSlides/_rels/notesSlide3.xml.rels>&#65279;<?xml version="1.0" encoding="utf-8"?><Relationships xmlns="http://schemas.openxmlformats.org/package/2006/relationships"><Relationship Type="http://schemas.openxmlformats.org/officeDocument/2006/relationships/slide" Target="/ppt/slides/slide3.xml" Id="R7140d3cd75cb424d" /><Relationship Type="http://schemas.openxmlformats.org/officeDocument/2006/relationships/notesMaster" Target="/ppt/notesMasters/notesMaster1.xml" Id="R7fa1956bd2bc4a16"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f2618b1e304dd1" /><Relationship Type="http://schemas.openxmlformats.org/officeDocument/2006/relationships/notesMaster" Target="/ppt/notesMasters/notesMaster1.xml" Id="Rf9457a73f2754864"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e3eb9d4ccf46be" /><Relationship Type="http://schemas.openxmlformats.org/officeDocument/2006/relationships/notesMaster" Target="/ppt/notesMasters/notesMaster1.xml" Id="Rc4917ce52ee248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73bba04f31804d94" /><Relationship Type="http://schemas.openxmlformats.org/officeDocument/2006/relationships/notesMaster" Target="/ppt/notesMasters/notesMaster1.xml" Id="Rda62bfa83a1442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e3d15495f12d4801" /><Relationship Type="http://schemas.openxmlformats.org/officeDocument/2006/relationships/notesMaster" Target="/ppt/notesMasters/notesMaster1.xml" Id="R09a715699d874d63" /></Relationships>
</file>

<file path=ppt/notesSlides/_rels/notesSlide8.xml.rels>&#65279;<?xml version="1.0" encoding="utf-8"?><Relationships xmlns="http://schemas.openxmlformats.org/package/2006/relationships"><Relationship Type="http://schemas.openxmlformats.org/officeDocument/2006/relationships/slide" Target="/ppt/slides/slide8.xml" Id="Rde0e8e38d9f44084" /><Relationship Type="http://schemas.openxmlformats.org/officeDocument/2006/relationships/notesMaster" Target="/ppt/notesMasters/notesMaster1.xml" Id="R9fd5eeb958234b2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982717a946f4ba5" /><Relationship Type="http://schemas.openxmlformats.org/officeDocument/2006/relationships/notesMaster" Target="/ppt/notesMasters/notesMaster1.xml" Id="R1b86a0cfe1a44be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6201e50ba2b4736" /><Relationship Type="http://schemas.openxmlformats.org/officeDocument/2006/relationships/notesMaster" Target="/ppt/notesMasters/notesMaster1.xml" Id="Rb5a07190089247c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Представьте: вы у Байтерека после занятия. Через полтора часа встреча. Хочется пройтись и заметить что-нибудь новое, но ещё надо вернуться. Я Rashiduly Bekzat, команда Qadam. Покажу, как приложение помогает выбрать такой короткий выход.</a:t>
            </a:r>
          </a:p>
          <a:p xmlns:a="http://schemas.openxmlformats.org/drawingml/2006/main">
            <a:r>
              <a:t/>
            </a:r>
          </a:p>
          <a:p xmlns:a="http://schemas.openxmlformats.org/drawingml/2006/main">
            <a:r>
              <a:t>Источники:</a:t>
            </a:r>
          </a:p>
          <a:p xmlns:a="http://schemas.openxmlformats.org/drawingml/2006/main">
            <a:r>
              <a:t>Сценарий команды, не интервью или наблюдение пользователя.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Я хочу погулять в парке, без кафе. Указываю Байтерек и время отправления: двенадцать пятнадцать. К тринадцати сорока пяти нужно вернуться. Можно задать длительность либо время следующего дела. Старт тоже выбираю сам: через поиск по нашей базе, точку на карте или GPS по нажатию. Важна вся пауза: дорога к месту, сама остановка, обратный путь и запас. Эти условия остаются видны во время выбора.</a:t>
            </a:r>
          </a:p>
          <a:p xmlns:a="http://schemas.openxmlformats.org/drawingml/2006/main">
            <a:r>
              <a:t/>
            </a:r>
          </a:p>
          <a:p xmlns:a="http://schemas.openxmlformats.org/drawingml/2006/main">
            <a:r>
              <a:t>Источники:</a:t>
            </a:r>
          </a:p>
          <a:p xmlns:a="http://schemas.openxmlformats.org/drawingml/2006/main">
            <a:r>
              <a:t>qadam/app/page.tsx</a:t>
            </a:r>
          </a:p>
          <a:p xmlns:a="http://schemas.openxmlformats.org/drawingml/2006/main">
            <a:r>
              <a:t>qadam/lib/experience.ts</a:t>
            </a:r>
          </a:p>
          <a:p xmlns:a="http://schemas.openxmlformats.org/drawingml/2006/main">
            <a:r>
              <a:t>qadam/lib/time-context.ts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Здесь два способа провести эту паузу. Парк влюблённых занимает восемьдесят пять из девяноста минут. Ближний сквер — пятьдесят пять. На само место код оставляет по двадцать пять минут в обоих вариантах. Разница в прогулке: пятьдесят две минуты ходьбы или двадцать две. Можно выбрать более длинный выход или раньше вернуться к своим делам. Запрет на кафе и остальные строгие условия одинаковы. Это действительно разные места. Если второго выполнимого варианта нет, приложение показывает один. Линия на карте и минуты остаются оценкой, а не гарантией прибытия.</a:t>
            </a:r>
          </a:p>
          <a:p xmlns:a="http://schemas.openxmlformats.org/drawingml/2006/main">
            <a:r>
              <a:t/>
            </a:r>
          </a:p>
          <a:p xmlns:a="http://schemas.openxmlformats.org/drawingml/2006/main">
            <a:r>
              <a:t>Источники:</a:t>
            </a:r>
          </a:p>
          <a:p xmlns:a="http://schemas.openxmlformats.org/drawingml/2006/main">
            <a:r>
              <a:t>qadam/lib/planner.ts</a:t>
            </a:r>
          </a:p>
          <a:p xmlns:a="http://schemas.openxmlformats.org/drawingml/2006/main">
            <a:r>
              <a:t>qadam/lib/build-plan.ts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Выбираю Парк влюблённых. Официальный городской маршрут рассказывает о скульптуре Ерболата Толепбая «Бақытым менің». Теперь у остановки есть конкретный повод: если скульптура доступна для осмотра, рассмотреть позы фигур и придумать своё название композиции. Это идея наблюдения, её можно пропустить. Сам факт и ссылка на него показаны отдельно. Для первого слоя мы вручную изучили источники о десяти местах, подготовили восемнадцать коротких фактов и четыре наблюдения. Где источника нет, история не появляется из фантазии модели.</a:t>
            </a:r>
          </a:p>
          <a:p xmlns:a="http://schemas.openxmlformats.org/drawingml/2006/main">
            <a:r>
              <a:t/>
            </a:r>
          </a:p>
          <a:p xmlns:a="http://schemas.openxmlformats.org/drawingml/2006/main">
            <a:r>
              <a:t>Источники:</a:t>
            </a:r>
          </a:p>
          <a:p xmlns:a="http://schemas.openxmlformats.org/drawingml/2006/main">
            <a:r>
              <a:t>qadam/data/place-facts.json, lovers-park:sculpture</a:t>
            </a:r>
          </a:p>
          <a:p xmlns:a="http://schemas.openxmlformats.org/drawingml/2006/main">
            <a:r>
              <a:t>qadam/lib/place-facts.ts</a:t>
            </a:r>
          </a:p>
          <a:p xmlns:a="http://schemas.openxmlformats.org/drawingml/2006/main">
            <a:r>
              <a:t>https://visitastana.kz/kz/about-city/hiking/pesh-prog/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Теперь встречу перенесли раньше. Я сокращаю окно до сорока пяти минут, сохраняя желание и Байтерек. Дальний парк уже не помещается. Qadam предлагает ближний сквер: двадцать две минуты пути, девятнадцать на остановку и четыре на запас. В расчёте возвращаюсь к часу дня. Точку можно открыть на карте 2ГИС и проверить конкретное место и вход. Старый маршрут не остаётся под новыми условиями. Если выполнимого плана нет, приложение объясняет причину и предлагает следующий шаг. Неизвестные свойства места остаются видимыми: исторический факт не подтверждает часы, тишину, цену или розетки.</a:t>
            </a:r>
          </a:p>
          <a:p xmlns:a="http://schemas.openxmlformats.org/drawingml/2006/main">
            <a:r>
              <a:t/>
            </a:r>
          </a:p>
          <a:p xmlns:a="http://schemas.openxmlformats.org/drawingml/2006/main">
            <a:r>
              <a:t>Источники:</a:t>
            </a:r>
          </a:p>
          <a:p xmlns:a="http://schemas.openxmlformats.org/drawingml/2006/main">
            <a:r>
              <a:t>qadam/app/page.tsx</a:t>
            </a:r>
          </a:p>
          <a:p xmlns:a="http://schemas.openxmlformats.org/drawingml/2006/main">
            <a:r>
              <a:t>qadam/lib/experience.ts</a:t>
            </a:r>
          </a:p>
          <a:p xmlns:a="http://schemas.openxmlformats.org/drawingml/2006/main">
            <a:r>
              <a:t>qadam/lib/build-plan.ts</a:t>
            </a:r>
          </a:p>
          <a:p xmlns:a="http://schemas.openxmlformats.org/drawingml/2006/main">
            <a:r>
              <a:t>research/vnext-production/06-time-adaptation.png</a:t>
            </a:r>
          </a:p>
          <a:p xmlns:a="http://schemas.openxmlformats.org/drawingml/2006/main">
            <a:r>
              <a:t>2GIS destination-only coordinate handoff; entity identity and physical entrance are not guaranteed.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Есть и другой случай, который мы проверяем отдельно. В тексте человек пишет «старт от Mega», а в настройках остаётся Байтерек. Просто найти парк у старой точки было бы ошибкой. Qadam показывает несовпадение и предлагает подтвердить, откуда начинать. После ответа остальные условия сохраняются. Здесь уточнение нужно ради реального следующего действия. Оно не должно заканчиваться просьбой переписать всё заново. Неизвестное географическое название также не даёт модели права придумать координаты.</a:t>
            </a:r>
          </a:p>
          <a:p xmlns:a="http://schemas.openxmlformats.org/drawingml/2006/main">
            <a:r>
              <a:t/>
            </a:r>
          </a:p>
          <a:p xmlns:a="http://schemas.openxmlformats.org/drawingml/2006/main">
            <a:r>
              <a:t>Источники:</a:t>
            </a:r>
          </a:p>
          <a:p xmlns:a="http://schemas.openxmlformats.org/drawingml/2006/main">
            <a:r>
              <a:t>qadam/lib/experience.ts</a:t>
            </a:r>
          </a:p>
          <a:p xmlns:a="http://schemas.openxmlformats.org/drawingml/2006/main">
            <a:r>
              <a:t>qadam/lib/planning-context.ts</a:t>
            </a:r>
          </a:p>
          <a:p xmlns:a="http://schemas.openxmlformats.org/drawingml/2006/main">
            <a:r>
              <a:t>qadam/lib/build-plan.ts</a:t>
            </a:r>
          </a:p>
          <a:p xmlns:a="http://schemas.openxmlformats.org/drawingml/2006/main">
            <a:r>
              <a:t>research/vnext-production/07-mega-conflict.png</a:t>
            </a:r>
          </a:p>
          <a:p xmlns:a="http://schemas.openxmlformats.org/drawingml/2006/main">
            <a:r>
              <a:t>research/vnext-production/08-mega-confirmed.png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Здесь два разных вида работы. Gemini разбирает обычную речь, включая исключения и неоднозначность. Валидатор ограничивает результат известными категориями и проверяет контракт. Дальше retrieval извлекает реальные места, а код проверяет время, обратный путь и строгие фильтры по данным и графу. Объяснение опирается на разрешённые элементы этого контекста. Подтверждённые факты показываем с источником, идеи отделяем. Модель не получает права добавить новое место или изменить минуты. При сбое объяснения рассчитанный план остаётся доступен. При сбое разбора человек может явно выбрать ручной режим.</a:t>
            </a:r>
          </a:p>
          <a:p xmlns:a="http://schemas.openxmlformats.org/drawingml/2006/main">
            <a:r>
              <a:t/>
            </a:r>
          </a:p>
          <a:p xmlns:a="http://schemas.openxmlformats.org/drawingml/2006/main">
            <a:r>
              <a:t>Источники:</a:t>
            </a:r>
          </a:p>
          <a:p xmlns:a="http://schemas.openxmlformats.org/drawingml/2006/main">
            <a:r>
              <a:t>qadam/lib/intent.ts</a:t>
            </a:r>
          </a:p>
          <a:p xmlns:a="http://schemas.openxmlformats.org/drawingml/2006/main">
            <a:r>
              <a:t>qadam/lib/planner.ts</a:t>
            </a:r>
          </a:p>
          <a:p xmlns:a="http://schemas.openxmlformats.org/drawingml/2006/main">
            <a:r>
              <a:t>qadam/lib/rag.ts</a:t>
            </a:r>
          </a:p>
          <a:p xmlns:a="http://schemas.openxmlformats.org/drawingml/2006/main">
            <a:r>
              <a:t>qadam/lib/build-plan.ts</a:t>
            </a:r>
          </a:p>
          <a:p xmlns:a="http://schemas.openxmlformats.org/drawingml/2006/main">
            <a:r>
              <a:t>qadam/lib/place-facts.ts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Каталог собирает наш скрипт через Overpass. В снимке восемьсот девяносто OSM-записей, но расписание есть только у ста шестнадцати. Поэтому небольшой слой с источниками важнее роста счётчика. Двести семьдесят восемь проверок кода проходят без ошибок. Отдельная чистая установка базовой версии ранее прошла двести пятьдесят девять проверок. Отдельно основной текстовый сценарий с Gemini прошёл в публичном интерфейсе и дал показанные варианты. Это направленная проверка конкретного запроса, не оценка общей точности модели. Полевые входы, переходы и фактическое время ещё предстоит проверить. А пользовательскую пользу нельзя вывести из числа тестов.</a:t>
            </a:r>
          </a:p>
          <a:p xmlns:a="http://schemas.openxmlformats.org/drawingml/2006/main">
            <a:r>
              <a:t/>
            </a:r>
          </a:p>
          <a:p xmlns:a="http://schemas.openxmlformats.org/drawingml/2006/main">
            <a:r>
              <a:t>Источники:</a:t>
            </a:r>
          </a:p>
          <a:p xmlns:a="http://schemas.openxmlformats.org/drawingml/2006/main">
            <a:r>
              <a:t>qadam/data/poi.json</a:t>
            </a:r>
          </a:p>
          <a:p xmlns:a="http://schemas.openxmlformats.org/drawingml/2006/main">
            <a:r>
              <a:t>qadam/data/provenance.json</a:t>
            </a:r>
          </a:p>
          <a:p xmlns:a="http://schemas.openxmlformats.org/drawingml/2006/main">
            <a:r>
              <a:t>qadam/scripts/collect-pois.mjs</a:t>
            </a:r>
          </a:p>
          <a:p xmlns:a="http://schemas.openxmlformats.org/drawingml/2006/main">
            <a:r>
              <a:t>research/vnext-qa/clean-standalone.json</a:t>
            </a:r>
          </a:p>
          <a:p xmlns:a="http://schemas.openxmlformats.org/drawingml/2006/main">
            <a:r>
              <a:t>research/vnext-qa/clean-tests.txt</a:t>
            </a:r>
          </a:p>
          <a:p xmlns:a="http://schemas.openxmlformats.org/drawingml/2006/main">
            <a:r>
              <a:t>research/vnext-production/main-real-text.ax.txt</a:t>
            </a:r>
          </a:p>
          <a:p xmlns:a="http://schemas.openxmlformats.org/drawingml/2006/main">
            <a:r>
              <a:t>research/vnext-production/production-trace.ax.txt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Первым я бы проверил этот сценарий со студентами и гостями кампуса: короткая пауза между делами повторяется, а район можно поддерживать качественно. Следующий эксперимент — наблюдать за пятью добровольцами: смогли ли они выбрать подходящий выход без подсказок, поняли ли неизвестное и захотели ли повторить. Это ещё не проведённый пилот. Возможный будущий заказчик — кампус или туристическая стойка за поддерживаемую подборку района. Сначала надо измерить труд обновления фактов и стоимость полезного расчёта. Точную историю локаций приложение не ведёт, но хостинг, карта и AI обрабатывают свои сетевые запросы.</a:t>
            </a:r>
          </a:p>
          <a:p xmlns:a="http://schemas.openxmlformats.org/drawingml/2006/main">
            <a:r>
              <a:t/>
            </a:r>
          </a:p>
          <a:p xmlns:a="http://schemas.openxmlformats.org/drawingml/2006/main">
            <a:r>
              <a:t>Источники:</a:t>
            </a:r>
          </a:p>
          <a:p xmlns:a="http://schemas.openxmlformats.org/drawingml/2006/main">
            <a:r>
              <a:t>Гипотеза команды Qadam; интервью, партнёрств, продаж и пользовательского эффекта не заявляем.</a:t>
            </a:r>
          </a:p>
          <a:p xmlns:a="http://schemas.openxmlformats.org/drawingml/2006/main">
            <a:r>
              <a:t>qadam/app/page.tsx</a:t>
            </a:r>
          </a:p>
          <a:p xmlns:a="http://schemas.openxmlformats.org/drawingml/2006/main">
            <a:r>
              <a:t>qadam/app/api/plan/route.ts</a:t>
            </a:r>
          </a:p>
          <a:p xmlns:a="http://schemas.openxmlformats.org/drawingml/2006/main">
            <a:r>
              <a:t>qadam/lib/intent.ts</a:t>
            </a:r>
          </a:p>
          <a:p xmlns:a="http://schemas.openxmlformats.org/drawingml/2006/main">
            <a:r>
              <a:t>qadam/lib/rag.ts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У человека была короткая пауза. Теперь есть понятный выбор: куда сходить, сколько времени заложить и что ещё проверить. Здесь можно открыть Qadam на своём сценарии. Следующий шаг — пройти выбранные пути на месте и проверить, хочется ли людям повторять такой выход.</a:t>
            </a:r>
          </a:p>
          <a:p xmlns:a="http://schemas.openxmlformats.org/drawingml/2006/main">
            <a:r>
              <a:t/>
            </a:r>
          </a:p>
          <a:p xmlns:a="http://schemas.openxmlformats.org/drawingml/2006/main">
            <a:r>
              <a:t>Источники:</a:t>
            </a:r>
          </a:p>
          <a:p xmlns:a="http://schemas.openxmlformats.org/drawingml/2006/main">
            <a:r>
              <a:t>https://qadam-astana-walk.pubg-bekzat.chatgpt.site/</a:t>
            </a:r>
          </a:p>
          <a:p xmlns:a="http://schemas.openxmlformats.org/drawingml/2006/main">
            <a:r>
              <a:t>https://github.com/gojosatorukz/qadam-astana</a:t>
            </a:r>
          </a:p>
          <a:p xmlns:a="http://schemas.openxmlformats.org/drawingml/2006/main">
            <a:r>
              <a:t>https://youtu.be/YsN--AADsZ0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00485bf52f4c2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d85bc6ed4b6486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e709c1a0bb1473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5ec81036b004b2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8a4b7b9300a412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ca5ef3b61c3416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BB3EFE4-3F30-401F-BC6F-0D422CB8587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91BC505-9118-431B-BBDC-96B5363AF8D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817CEC9-2376-4669-92BF-A0CE12EA5D2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F41CC2-BEA9-40F0-8E06-BE9FFDAC7DE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4C56F1-0CF0-4523-AB5D-0732BCC3670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8B7E222-D9AF-4B43-BBBD-40570407CA7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698AF82-1030-425B-8FA4-094B01BF62F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36C387E-DA14-4B39-A8F4-6E37A81319F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FB58715-9072-4BD2-BE83-C38C933DC7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D6DF2E8-098C-4741-ABE2-607B9EA8C9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4ad0efcdab48c2" /><Relationship Type="http://schemas.openxmlformats.org/officeDocument/2006/relationships/slideLayout" Target="/ppt/slideLayouts/slideLayout1.xml" Id="R1163825d9df34af5" /><Relationship Type="http://schemas.openxmlformats.org/officeDocument/2006/relationships/slideLayout" Target="/ppt/slideLayouts/slideLayout2.xml" Id="R72f0a7af321940a3" /><Relationship Type="http://schemas.openxmlformats.org/officeDocument/2006/relationships/slideLayout" Target="/ppt/slideLayouts/slideLayout3.xml" Id="R178858ccfd844fdc" /><Relationship Type="http://schemas.openxmlformats.org/officeDocument/2006/relationships/slideLayout" Target="/ppt/slideLayouts/slideLayout4.xml" Id="Ra812578b71cb4919" /><Relationship Type="http://schemas.openxmlformats.org/officeDocument/2006/relationships/slideLayout" Target="/ppt/slideLayouts/slideLayout5.xml" Id="R3b0f3402a0a94845" /><Relationship Type="http://schemas.openxmlformats.org/officeDocument/2006/relationships/slideLayout" Target="/ppt/slideLayouts/slideLayout6.xml" Id="R8b3bf266e72f47d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163825d9df34af5"/>
    <p:sldLayoutId xmlns:r="http://schemas.openxmlformats.org/officeDocument/2006/relationships" id="2147483650" r:id="R72f0a7af321940a3"/>
    <p:sldLayoutId xmlns:r="http://schemas.openxmlformats.org/officeDocument/2006/relationships" id="2147483651" r:id="R178858ccfd844fdc"/>
    <p:sldLayoutId xmlns:r="http://schemas.openxmlformats.org/officeDocument/2006/relationships" id="2147483652" r:id="Ra812578b71cb4919"/>
    <p:sldLayoutId xmlns:r="http://schemas.openxmlformats.org/officeDocument/2006/relationships" id="2147483653" r:id="R3b0f3402a0a94845"/>
    <p:sldLayoutId xmlns:r="http://schemas.openxmlformats.org/officeDocument/2006/relationships" id="2147483654" r:id="R8b3bf266e72f47d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Qadam VNext">
      <a:dk1>
        <a:srgbClr val="183D42"/>
      </a:dk1>
      <a:lt1>
        <a:srgbClr val="F7F3EB"/>
      </a:lt1>
      <a:dk2>
        <a:srgbClr val="075A63"/>
      </a:dk2>
      <a:lt2>
        <a:srgbClr val="DCE9E6"/>
      </a:lt2>
      <a:accent1>
        <a:srgbClr val="075A63"/>
      </a:accent1>
      <a:accent2>
        <a:srgbClr val="CA5B37"/>
      </a:accent2>
      <a:accent3>
        <a:srgbClr val="DCE9E6"/>
      </a:accent3>
      <a:accent4>
        <a:srgbClr val="586C6D"/>
      </a:accent4>
      <a:accent5>
        <a:srgbClr val="183D42"/>
      </a:accent5>
      <a:accent6>
        <a:srgbClr val="F7F3EB"/>
      </a:accent6>
      <a:hlink>
        <a:srgbClr val="F7F3EB"/>
      </a:hlink>
      <a:folHlink>
        <a:srgbClr val="DCE9E6"/>
      </a:folHlink>
    </a:clrScheme>
    <a:fontScheme name="">
      <a:majorFont>
        <a:latin typeface="Arial"/>
        <a:ea typeface=""/>
        <a:cs typeface=""/>
      </a:majorFont>
      <a:minorFont>
        <a:latin typeface="Arial"/>
        <a:ea typeface=""/>
        <a:cs typeface=""/>
      </a:minorFont>
    </a:fontScheme>
    <a:fmtScheme name="Qadam VNex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c30591e292e48b9" /><Relationship Type="http://schemas.openxmlformats.org/officeDocument/2006/relationships/notesSlide" Target="/ppt/notesSlides/notesSlide1.xml" Id="R4cb9dc714814498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09217099ff24580" /><Relationship Type="http://schemas.openxmlformats.org/officeDocument/2006/relationships/image" Target="/ppt/media/image.jpeg" Id="R4d4e18f8699f4335" /><Relationship Type="http://schemas.openxmlformats.org/officeDocument/2006/relationships/notesSlide" Target="/ppt/notesSlides/notesSlide2.xml" Id="Ra3dd5ca605ee48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d6eb830a0ad4c98" /><Relationship Type="http://schemas.openxmlformats.org/officeDocument/2006/relationships/image" Target="/ppt/media/image2.jpeg" Id="Rb66d05f95cf64117" /><Relationship Type="http://schemas.openxmlformats.org/officeDocument/2006/relationships/notesSlide" Target="/ppt/notesSlides/notesSlide3.xml" Id="R56f52192641945d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4fda89d4c7e443a" /><Relationship Type="http://schemas.openxmlformats.org/officeDocument/2006/relationships/image" Target="/ppt/media/image3.jpeg" Id="Re237c03ba0b64a78" /><Relationship Type="http://schemas.openxmlformats.org/officeDocument/2006/relationships/notesSlide" Target="/ppt/notesSlides/notesSlide4.xml" Id="R8cb6a0f762404d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396b1dc56a447d7" /><Relationship Type="http://schemas.openxmlformats.org/officeDocument/2006/relationships/image" Target="/ppt/media/image4.jpeg" Id="Rac5a4a8f467c41b4" /><Relationship Type="http://schemas.openxmlformats.org/officeDocument/2006/relationships/notesSlide" Target="/ppt/notesSlides/notesSlide5.xml" Id="R83495623a0634bd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6bc1a16e3fb4532" /><Relationship Type="http://schemas.openxmlformats.org/officeDocument/2006/relationships/image" Target="/ppt/media/image5.jpeg" Id="Rfd1aae041aff4eff" /><Relationship Type="http://schemas.openxmlformats.org/officeDocument/2006/relationships/notesSlide" Target="/ppt/notesSlides/notesSlide6.xml" Id="R518e4d4ea4f24fd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0687149f04942dd" /><Relationship Type="http://schemas.openxmlformats.org/officeDocument/2006/relationships/notesSlide" Target="/ppt/notesSlides/notesSlide7.xml" Id="R72528cedcedd44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dd6a12505374c9a" /><Relationship Type="http://schemas.openxmlformats.org/officeDocument/2006/relationships/image" Target="/ppt/media/image6.jpeg" Id="R75e87091460d4f2b" /><Relationship Type="http://schemas.openxmlformats.org/officeDocument/2006/relationships/notesSlide" Target="/ppt/notesSlides/notesSlide8.xml" Id="Rb1f029a2d0d1498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663d318a0c148a3" /><Relationship Type="http://schemas.openxmlformats.org/officeDocument/2006/relationships/image" Target="/ppt/media/image7.jpeg" Id="R108186f38e994d62" /><Relationship Type="http://schemas.openxmlformats.org/officeDocument/2006/relationships/notesSlide" Target="/ppt/notesSlides/notesSlide9.xml" Id="Rac02ede49f594c7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39ccba862804c26" /><Relationship Type="http://schemas.openxmlformats.org/officeDocument/2006/relationships/hyperlink" Target="https://qadam-astana-walk.pubg-bekzat.chatgpt.site/" TargetMode="External" Id="R04727f7face04a04" /><Relationship Type="http://schemas.openxmlformats.org/officeDocument/2006/relationships/hyperlink" Target="https://github.com/gojosatorukz/qadam-astana" TargetMode="External" Id="R5e291713c5854051" /><Relationship Type="http://schemas.openxmlformats.org/officeDocument/2006/relationships/hyperlink" Target="https://youtu.be/YsN--AADsZ0" TargetMode="External" Id="Rc2d47cc8040b4c07" /><Relationship Type="http://schemas.openxmlformats.org/officeDocument/2006/relationships/image" Target="/ppt/media/image.png" Id="R6be72be13e6842d4" /><Relationship Type="http://schemas.openxmlformats.org/officeDocument/2006/relationships/notesSlide" Target="/ppt/notesSlides/notesSlide10.xml" Id="R1e144ce4f72d449f" /></Relationships>
</file>

<file path=ppt/slides/slide1.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1778440-F31F-48B4-9484-6947AE08774A}"/>
              </a:ext>
            </a:extLst>
          </p:cNvPr>
          <p:cNvSpPr>
            <a:spLocks xmlns:a="http://schemas.openxmlformats.org/drawingml/2006/main" noGrp="1"/>
          </p:cNvSpPr>
          <p:nvPr/>
        </p:nvSpPr>
        <p:spPr>
          <a:xfrm xmlns:a="http://schemas.openxmlformats.org/drawingml/2006/main">
            <a:off x="619125" y="514350"/>
            <a:ext cx="685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075A63"/>
                </a:solidFill>
                <a:latin typeface="Arial"/>
                <a:ea typeface="Arial"/>
                <a:cs typeface="Arial"/>
              </a:defRPr>
            </a:defPPr>
            <a:lvl1pPr algn="l">
              <a:defRPr sz="4350" b="1">
                <a:solidFill>
                  <a:srgbClr val="075A63"/>
                </a:solidFill>
                <a:latin typeface="Arial"/>
                <a:ea typeface="Arial"/>
                <a:cs typeface="Arial"/>
              </a:defRPr>
            </a:lvl1pPr>
            <a:lvl2pPr algn="l">
              <a:defRPr sz="4350" b="1">
                <a:solidFill>
                  <a:srgbClr val="075A63"/>
                </a:solidFill>
                <a:latin typeface="Arial"/>
                <a:ea typeface="Arial"/>
                <a:cs typeface="Arial"/>
              </a:defRPr>
            </a:lvl2pPr>
            <a:lvl3pPr algn="l">
              <a:defRPr sz="4350" b="1">
                <a:solidFill>
                  <a:srgbClr val="075A63"/>
                </a:solidFill>
                <a:latin typeface="Arial"/>
                <a:ea typeface="Arial"/>
                <a:cs typeface="Arial"/>
              </a:defRPr>
            </a:lvl3pPr>
            <a:lvl4pPr algn="l">
              <a:defRPr sz="4350" b="1">
                <a:solidFill>
                  <a:srgbClr val="075A63"/>
                </a:solidFill>
                <a:latin typeface="Arial"/>
                <a:ea typeface="Arial"/>
                <a:cs typeface="Arial"/>
              </a:defRPr>
            </a:lvl4pPr>
            <a:lvl5pPr algn="l">
              <a:defRPr sz="4350" b="1">
                <a:solidFill>
                  <a:srgbClr val="075A63"/>
                </a:solidFill>
                <a:latin typeface="Arial"/>
                <a:ea typeface="Arial"/>
                <a:cs typeface="Arial"/>
              </a:defRPr>
            </a:lvl5pPr>
            <a:lvl6pPr algn="l">
              <a:defRPr sz="4350" b="1">
                <a:solidFill>
                  <a:srgbClr val="075A63"/>
                </a:solidFill>
                <a:latin typeface="Arial"/>
                <a:ea typeface="Arial"/>
                <a:cs typeface="Arial"/>
              </a:defRPr>
            </a:lvl6pPr>
            <a:lvl7pPr algn="l">
              <a:defRPr sz="4350" b="1">
                <a:solidFill>
                  <a:srgbClr val="075A63"/>
                </a:solidFill>
                <a:latin typeface="Arial"/>
                <a:ea typeface="Arial"/>
                <a:cs typeface="Arial"/>
              </a:defRPr>
            </a:lvl7pPr>
            <a:lvl8pPr algn="l">
              <a:defRPr sz="4350" b="1">
                <a:solidFill>
                  <a:srgbClr val="075A63"/>
                </a:solidFill>
                <a:latin typeface="Arial"/>
                <a:ea typeface="Arial"/>
                <a:cs typeface="Arial"/>
              </a:defRPr>
            </a:lvl8pPr>
            <a:lvl9pPr algn="l">
              <a:defRPr sz="4350" b="1">
                <a:solidFill>
                  <a:srgbClr val="075A63"/>
                </a:solidFill>
                <a:latin typeface="Arial"/>
                <a:ea typeface="Arial"/>
                <a:cs typeface="Arial"/>
              </a:defRPr>
            </a:lvl9pPr>
          </a:lstStyle>
          <a:p xmlns:a="http://schemas.openxmlformats.org/drawingml/2006/main">
            <a:pPr algn="l">
              <a:lnSpc>
                <a:spcPct val="108000"/>
              </a:lnSpc>
              <a:buNone/>
              <a:defRPr sz="4350" b="1">
                <a:solidFill>
                  <a:srgbClr val="075A63"/>
                </a:solidFill>
                <a:latin typeface="Arial"/>
                <a:ea typeface="Arial"/>
                <a:cs typeface="Arial"/>
              </a:defRPr>
            </a:pPr>
            <a:r>
              <a:rPr sz="4350" b="1">
                <a:solidFill>
                  <a:srgbClr val="075A63"/>
                </a:solidFill>
                <a:latin typeface="Arial"/>
                <a:ea typeface="Arial"/>
                <a:cs typeface="Arial"/>
              </a:rPr>
              <a:t>qadam.</a:t>
            </a:r>
          </a:p>
        </p:txBody>
      </p:sp>
      <p:sp>
        <p:nvSpPr>
          <p:cNvPr id="2" name="">
            <a:extLst xmlns:a="http://schemas.openxmlformats.org/drawingml/2006/main">
              <a:ext uri="{FF2B5EF4-FFF2-40B4-BE49-F238E27FC236}">
                <a16:creationId xmlns:a16="http://schemas.microsoft.com/office/drawing/2014/main" id="{2C6C8B62-D278-43EA-9576-2AB12645A569}"/>
              </a:ext>
            </a:extLst>
          </p:cNvPr>
          <p:cNvSpPr>
            <a:spLocks xmlns:a="http://schemas.openxmlformats.org/drawingml/2006/main" noGrp="1"/>
          </p:cNvSpPr>
          <p:nvPr/>
        </p:nvSpPr>
        <p:spPr>
          <a:xfrm xmlns:a="http://schemas.openxmlformats.org/drawingml/2006/main">
            <a:off x="619125" y="200025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525" b="0">
                <a:solidFill>
                  <a:srgbClr val="075A63"/>
                </a:solidFill>
                <a:latin typeface="Georgia"/>
                <a:ea typeface="Georgia"/>
                <a:cs typeface="Georgia"/>
              </a:defRPr>
            </a:defPPr>
            <a:lvl1pPr algn="l">
              <a:defRPr sz="6525" b="0">
                <a:solidFill>
                  <a:srgbClr val="075A63"/>
                </a:solidFill>
                <a:latin typeface="Georgia"/>
                <a:ea typeface="Georgia"/>
                <a:cs typeface="Georgia"/>
              </a:defRPr>
            </a:lvl1pPr>
            <a:lvl2pPr algn="l">
              <a:defRPr sz="6525" b="0">
                <a:solidFill>
                  <a:srgbClr val="075A63"/>
                </a:solidFill>
                <a:latin typeface="Georgia"/>
                <a:ea typeface="Georgia"/>
                <a:cs typeface="Georgia"/>
              </a:defRPr>
            </a:lvl2pPr>
            <a:lvl3pPr algn="l">
              <a:defRPr sz="6525" b="0">
                <a:solidFill>
                  <a:srgbClr val="075A63"/>
                </a:solidFill>
                <a:latin typeface="Georgia"/>
                <a:ea typeface="Georgia"/>
                <a:cs typeface="Georgia"/>
              </a:defRPr>
            </a:lvl3pPr>
            <a:lvl4pPr algn="l">
              <a:defRPr sz="6525" b="0">
                <a:solidFill>
                  <a:srgbClr val="075A63"/>
                </a:solidFill>
                <a:latin typeface="Georgia"/>
                <a:ea typeface="Georgia"/>
                <a:cs typeface="Georgia"/>
              </a:defRPr>
            </a:lvl4pPr>
            <a:lvl5pPr algn="l">
              <a:defRPr sz="6525" b="0">
                <a:solidFill>
                  <a:srgbClr val="075A63"/>
                </a:solidFill>
                <a:latin typeface="Georgia"/>
                <a:ea typeface="Georgia"/>
                <a:cs typeface="Georgia"/>
              </a:defRPr>
            </a:lvl5pPr>
            <a:lvl6pPr algn="l">
              <a:defRPr sz="6525" b="0">
                <a:solidFill>
                  <a:srgbClr val="075A63"/>
                </a:solidFill>
                <a:latin typeface="Georgia"/>
                <a:ea typeface="Georgia"/>
                <a:cs typeface="Georgia"/>
              </a:defRPr>
            </a:lvl6pPr>
            <a:lvl7pPr algn="l">
              <a:defRPr sz="6525" b="0">
                <a:solidFill>
                  <a:srgbClr val="075A63"/>
                </a:solidFill>
                <a:latin typeface="Georgia"/>
                <a:ea typeface="Georgia"/>
                <a:cs typeface="Georgia"/>
              </a:defRPr>
            </a:lvl7pPr>
            <a:lvl8pPr algn="l">
              <a:defRPr sz="6525" b="0">
                <a:solidFill>
                  <a:srgbClr val="075A63"/>
                </a:solidFill>
                <a:latin typeface="Georgia"/>
                <a:ea typeface="Georgia"/>
                <a:cs typeface="Georgia"/>
              </a:defRPr>
            </a:lvl8pPr>
            <a:lvl9pPr algn="l">
              <a:defRPr sz="6525" b="0">
                <a:solidFill>
                  <a:srgbClr val="075A63"/>
                </a:solidFill>
                <a:latin typeface="Georgia"/>
                <a:ea typeface="Georgia"/>
                <a:cs typeface="Georgia"/>
              </a:defRPr>
            </a:lvl9pPr>
          </a:lstStyle>
          <a:p xmlns:a="http://schemas.openxmlformats.org/drawingml/2006/main">
            <a:pPr algn="l">
              <a:lnSpc>
                <a:spcPct val="108000"/>
              </a:lnSpc>
              <a:buNone/>
              <a:defRPr sz="6525" b="0">
                <a:solidFill>
                  <a:srgbClr val="075A63"/>
                </a:solidFill>
                <a:latin typeface="Georgia"/>
                <a:ea typeface="Georgia"/>
                <a:cs typeface="Georgia"/>
              </a:defRPr>
            </a:pPr>
            <a:r>
              <a:rPr sz="6525" b="0">
                <a:solidFill>
                  <a:srgbClr val="075A63"/>
                </a:solidFill>
                <a:latin typeface="Georgia"/>
                <a:ea typeface="Georgia"/>
                <a:cs typeface="Georgia"/>
              </a:rPr>
              <a:t>До встречи</a:t>
            </a:r>
          </a:p>
        </p:txBody>
      </p:sp>
      <p:sp>
        <p:nvSpPr>
          <p:cNvPr id="3" name="">
            <a:extLst xmlns:a="http://schemas.openxmlformats.org/drawingml/2006/main">
              <a:ext uri="{FF2B5EF4-FFF2-40B4-BE49-F238E27FC236}">
                <a16:creationId xmlns:a16="http://schemas.microsoft.com/office/drawing/2014/main" id="{180DD1AB-4A3C-4BC9-AC1A-EEC061B6EA05}"/>
              </a:ext>
            </a:extLst>
          </p:cNvPr>
          <p:cNvSpPr>
            <a:spLocks xmlns:a="http://schemas.openxmlformats.org/drawingml/2006/main" noGrp="1"/>
          </p:cNvSpPr>
          <p:nvPr/>
        </p:nvSpPr>
        <p:spPr>
          <a:xfrm xmlns:a="http://schemas.openxmlformats.org/drawingml/2006/main">
            <a:off x="619125" y="3181350"/>
            <a:ext cx="107632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650" b="0">
                <a:solidFill>
                  <a:srgbClr val="CA5B37"/>
                </a:solidFill>
                <a:latin typeface="Georgia"/>
                <a:ea typeface="Georgia"/>
                <a:cs typeface="Georgia"/>
              </a:defRPr>
            </a:defPPr>
            <a:lvl1pPr algn="l">
              <a:defRPr sz="10650" b="0">
                <a:solidFill>
                  <a:srgbClr val="CA5B37"/>
                </a:solidFill>
                <a:latin typeface="Georgia"/>
                <a:ea typeface="Georgia"/>
                <a:cs typeface="Georgia"/>
              </a:defRPr>
            </a:lvl1pPr>
            <a:lvl2pPr algn="l">
              <a:defRPr sz="10650" b="0">
                <a:solidFill>
                  <a:srgbClr val="CA5B37"/>
                </a:solidFill>
                <a:latin typeface="Georgia"/>
                <a:ea typeface="Georgia"/>
                <a:cs typeface="Georgia"/>
              </a:defRPr>
            </a:lvl2pPr>
            <a:lvl3pPr algn="l">
              <a:defRPr sz="10650" b="0">
                <a:solidFill>
                  <a:srgbClr val="CA5B37"/>
                </a:solidFill>
                <a:latin typeface="Georgia"/>
                <a:ea typeface="Georgia"/>
                <a:cs typeface="Georgia"/>
              </a:defRPr>
            </a:lvl3pPr>
            <a:lvl4pPr algn="l">
              <a:defRPr sz="10650" b="0">
                <a:solidFill>
                  <a:srgbClr val="CA5B37"/>
                </a:solidFill>
                <a:latin typeface="Georgia"/>
                <a:ea typeface="Georgia"/>
                <a:cs typeface="Georgia"/>
              </a:defRPr>
            </a:lvl4pPr>
            <a:lvl5pPr algn="l">
              <a:defRPr sz="10650" b="0">
                <a:solidFill>
                  <a:srgbClr val="CA5B37"/>
                </a:solidFill>
                <a:latin typeface="Georgia"/>
                <a:ea typeface="Georgia"/>
                <a:cs typeface="Georgia"/>
              </a:defRPr>
            </a:lvl5pPr>
            <a:lvl6pPr algn="l">
              <a:defRPr sz="10650" b="0">
                <a:solidFill>
                  <a:srgbClr val="CA5B37"/>
                </a:solidFill>
                <a:latin typeface="Georgia"/>
                <a:ea typeface="Georgia"/>
                <a:cs typeface="Georgia"/>
              </a:defRPr>
            </a:lvl6pPr>
            <a:lvl7pPr algn="l">
              <a:defRPr sz="10650" b="0">
                <a:solidFill>
                  <a:srgbClr val="CA5B37"/>
                </a:solidFill>
                <a:latin typeface="Georgia"/>
                <a:ea typeface="Georgia"/>
                <a:cs typeface="Georgia"/>
              </a:defRPr>
            </a:lvl7pPr>
            <a:lvl8pPr algn="l">
              <a:defRPr sz="10650" b="0">
                <a:solidFill>
                  <a:srgbClr val="CA5B37"/>
                </a:solidFill>
                <a:latin typeface="Georgia"/>
                <a:ea typeface="Georgia"/>
                <a:cs typeface="Georgia"/>
              </a:defRPr>
            </a:lvl8pPr>
            <a:lvl9pPr algn="l">
              <a:defRPr sz="10650" b="0">
                <a:solidFill>
                  <a:srgbClr val="CA5B37"/>
                </a:solidFill>
                <a:latin typeface="Georgia"/>
                <a:ea typeface="Georgia"/>
                <a:cs typeface="Georgia"/>
              </a:defRPr>
            </a:lvl9pPr>
          </a:lstStyle>
          <a:p xmlns:a="http://schemas.openxmlformats.org/drawingml/2006/main">
            <a:pPr algn="l">
              <a:lnSpc>
                <a:spcPct val="108000"/>
              </a:lnSpc>
              <a:buNone/>
              <a:defRPr sz="10650" b="0">
                <a:solidFill>
                  <a:srgbClr val="CA5B37"/>
                </a:solidFill>
                <a:latin typeface="Georgia"/>
                <a:ea typeface="Georgia"/>
                <a:cs typeface="Georgia"/>
              </a:defRPr>
            </a:pPr>
            <a:r>
              <a:rPr sz="10650" b="0">
                <a:solidFill>
                  <a:srgbClr val="CA5B37"/>
                </a:solidFill>
                <a:latin typeface="Georgia"/>
                <a:ea typeface="Georgia"/>
                <a:cs typeface="Georgia"/>
              </a:rPr>
              <a:t>90 минут</a:t>
            </a:r>
          </a:p>
        </p:txBody>
      </p:sp>
      <p:sp>
        <p:nvSpPr>
          <p:cNvPr id="4" name="">
            <a:extLst xmlns:a="http://schemas.openxmlformats.org/drawingml/2006/main">
              <a:ext uri="{FF2B5EF4-FFF2-40B4-BE49-F238E27FC236}">
                <a16:creationId xmlns:a16="http://schemas.microsoft.com/office/drawing/2014/main" id="{C4BE6F11-0CEA-4F0D-BE9A-F5BFA928F3EC}"/>
              </a:ext>
            </a:extLst>
          </p:cNvPr>
          <p:cNvSpPr>
            <a:spLocks xmlns:a="http://schemas.openxmlformats.org/drawingml/2006/main" noGrp="1"/>
          </p:cNvSpPr>
          <p:nvPr/>
        </p:nvSpPr>
        <p:spPr>
          <a:xfrm xmlns:a="http://schemas.openxmlformats.org/drawingml/2006/main">
            <a:off x="685800" y="521970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075A63"/>
                </a:solidFill>
                <a:latin typeface="Arial"/>
                <a:ea typeface="Arial"/>
                <a:cs typeface="Arial"/>
              </a:defRPr>
            </a:defPPr>
            <a:lvl1pPr algn="l">
              <a:defRPr sz="2700" b="0">
                <a:solidFill>
                  <a:srgbClr val="075A63"/>
                </a:solidFill>
                <a:latin typeface="Arial"/>
                <a:ea typeface="Arial"/>
                <a:cs typeface="Arial"/>
              </a:defRPr>
            </a:lvl1pPr>
            <a:lvl2pPr algn="l">
              <a:defRPr sz="2700" b="0">
                <a:solidFill>
                  <a:srgbClr val="075A63"/>
                </a:solidFill>
                <a:latin typeface="Arial"/>
                <a:ea typeface="Arial"/>
                <a:cs typeface="Arial"/>
              </a:defRPr>
            </a:lvl2pPr>
            <a:lvl3pPr algn="l">
              <a:defRPr sz="2700" b="0">
                <a:solidFill>
                  <a:srgbClr val="075A63"/>
                </a:solidFill>
                <a:latin typeface="Arial"/>
                <a:ea typeface="Arial"/>
                <a:cs typeface="Arial"/>
              </a:defRPr>
            </a:lvl3pPr>
            <a:lvl4pPr algn="l">
              <a:defRPr sz="2700" b="0">
                <a:solidFill>
                  <a:srgbClr val="075A63"/>
                </a:solidFill>
                <a:latin typeface="Arial"/>
                <a:ea typeface="Arial"/>
                <a:cs typeface="Arial"/>
              </a:defRPr>
            </a:lvl4pPr>
            <a:lvl5pPr algn="l">
              <a:defRPr sz="2700" b="0">
                <a:solidFill>
                  <a:srgbClr val="075A63"/>
                </a:solidFill>
                <a:latin typeface="Arial"/>
                <a:ea typeface="Arial"/>
                <a:cs typeface="Arial"/>
              </a:defRPr>
            </a:lvl5pPr>
            <a:lvl6pPr algn="l">
              <a:defRPr sz="2700" b="0">
                <a:solidFill>
                  <a:srgbClr val="075A63"/>
                </a:solidFill>
                <a:latin typeface="Arial"/>
                <a:ea typeface="Arial"/>
                <a:cs typeface="Arial"/>
              </a:defRPr>
            </a:lvl6pPr>
            <a:lvl7pPr algn="l">
              <a:defRPr sz="2700" b="0">
                <a:solidFill>
                  <a:srgbClr val="075A63"/>
                </a:solidFill>
                <a:latin typeface="Arial"/>
                <a:ea typeface="Arial"/>
                <a:cs typeface="Arial"/>
              </a:defRPr>
            </a:lvl7pPr>
            <a:lvl8pPr algn="l">
              <a:defRPr sz="2700" b="0">
                <a:solidFill>
                  <a:srgbClr val="075A63"/>
                </a:solidFill>
                <a:latin typeface="Arial"/>
                <a:ea typeface="Arial"/>
                <a:cs typeface="Arial"/>
              </a:defRPr>
            </a:lvl8pPr>
            <a:lvl9pPr algn="l">
              <a:defRPr sz="2700" b="0">
                <a:solidFill>
                  <a:srgbClr val="075A63"/>
                </a:solidFill>
                <a:latin typeface="Arial"/>
                <a:ea typeface="Arial"/>
                <a:cs typeface="Arial"/>
              </a:defRPr>
            </a:lvl9pPr>
          </a:lstStyle>
          <a:p xmlns:a="http://schemas.openxmlformats.org/drawingml/2006/main">
            <a:pPr algn="l">
              <a:lnSpc>
                <a:spcPct val="108000"/>
              </a:lnSpc>
              <a:buNone/>
              <a:defRPr sz="2700" b="0">
                <a:solidFill>
                  <a:srgbClr val="075A63"/>
                </a:solidFill>
                <a:latin typeface="Arial"/>
                <a:ea typeface="Arial"/>
                <a:cs typeface="Arial"/>
              </a:defRPr>
            </a:pPr>
            <a:r>
              <a:rPr sz="2700" b="0">
                <a:solidFill>
                  <a:srgbClr val="075A63"/>
                </a:solidFill>
                <a:latin typeface="Arial"/>
                <a:ea typeface="Arial"/>
                <a:cs typeface="Arial"/>
              </a:rPr>
              <a:t>Маленькое открытие между делами</a:t>
            </a:r>
          </a:p>
        </p:txBody>
      </p:sp>
      <p:sp>
        <p:nvSpPr>
          <p:cNvPr id="5" name="">
            <a:extLst xmlns:a="http://schemas.openxmlformats.org/drawingml/2006/main">
              <a:ext uri="{FF2B5EF4-FFF2-40B4-BE49-F238E27FC236}">
                <a16:creationId xmlns:a16="http://schemas.microsoft.com/office/drawing/2014/main" id="{28DA7071-047C-4DD9-A5BE-0E1B98FCC515}"/>
              </a:ext>
            </a:extLst>
          </p:cNvPr>
          <p:cNvSpPr>
            <a:spLocks xmlns:a="http://schemas.openxmlformats.org/drawingml/2006/main" noGrp="1"/>
          </p:cNvSpPr>
          <p:nvPr/>
        </p:nvSpPr>
        <p:spPr>
          <a:xfrm xmlns:a="http://schemas.openxmlformats.org/drawingml/2006/main">
            <a:off x="704850" y="627697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6C6D"/>
                </a:solidFill>
                <a:latin typeface="Arial"/>
                <a:ea typeface="Arial"/>
                <a:cs typeface="Arial"/>
              </a:defRPr>
            </a:defPPr>
            <a:lvl1pPr algn="l">
              <a:defRPr sz="1725" b="0">
                <a:solidFill>
                  <a:srgbClr val="586C6D"/>
                </a:solidFill>
                <a:latin typeface="Arial"/>
                <a:ea typeface="Arial"/>
                <a:cs typeface="Arial"/>
              </a:defRPr>
            </a:lvl1pPr>
            <a:lvl2pPr algn="l">
              <a:defRPr sz="1725" b="0">
                <a:solidFill>
                  <a:srgbClr val="586C6D"/>
                </a:solidFill>
                <a:latin typeface="Arial"/>
                <a:ea typeface="Arial"/>
                <a:cs typeface="Arial"/>
              </a:defRPr>
            </a:lvl2pPr>
            <a:lvl3pPr algn="l">
              <a:defRPr sz="1725" b="0">
                <a:solidFill>
                  <a:srgbClr val="586C6D"/>
                </a:solidFill>
                <a:latin typeface="Arial"/>
                <a:ea typeface="Arial"/>
                <a:cs typeface="Arial"/>
              </a:defRPr>
            </a:lvl3pPr>
            <a:lvl4pPr algn="l">
              <a:defRPr sz="1725" b="0">
                <a:solidFill>
                  <a:srgbClr val="586C6D"/>
                </a:solidFill>
                <a:latin typeface="Arial"/>
                <a:ea typeface="Arial"/>
                <a:cs typeface="Arial"/>
              </a:defRPr>
            </a:lvl4pPr>
            <a:lvl5pPr algn="l">
              <a:defRPr sz="1725" b="0">
                <a:solidFill>
                  <a:srgbClr val="586C6D"/>
                </a:solidFill>
                <a:latin typeface="Arial"/>
                <a:ea typeface="Arial"/>
                <a:cs typeface="Arial"/>
              </a:defRPr>
            </a:lvl5pPr>
            <a:lvl6pPr algn="l">
              <a:defRPr sz="1725" b="0">
                <a:solidFill>
                  <a:srgbClr val="586C6D"/>
                </a:solidFill>
                <a:latin typeface="Arial"/>
                <a:ea typeface="Arial"/>
                <a:cs typeface="Arial"/>
              </a:defRPr>
            </a:lvl6pPr>
            <a:lvl7pPr algn="l">
              <a:defRPr sz="1725" b="0">
                <a:solidFill>
                  <a:srgbClr val="586C6D"/>
                </a:solidFill>
                <a:latin typeface="Arial"/>
                <a:ea typeface="Arial"/>
                <a:cs typeface="Arial"/>
              </a:defRPr>
            </a:lvl7pPr>
            <a:lvl8pPr algn="l">
              <a:defRPr sz="1725" b="0">
                <a:solidFill>
                  <a:srgbClr val="586C6D"/>
                </a:solidFill>
                <a:latin typeface="Arial"/>
                <a:ea typeface="Arial"/>
                <a:cs typeface="Arial"/>
              </a:defRPr>
            </a:lvl8pPr>
            <a:lvl9pPr algn="l">
              <a:defRPr sz="1725" b="0">
                <a:solidFill>
                  <a:srgbClr val="586C6D"/>
                </a:solidFill>
                <a:latin typeface="Arial"/>
                <a:ea typeface="Arial"/>
                <a:cs typeface="Arial"/>
              </a:defRPr>
            </a:lvl9pPr>
          </a:lstStyle>
          <a:p xmlns:a="http://schemas.openxmlformats.org/drawingml/2006/main">
            <a:pPr algn="l">
              <a:lnSpc>
                <a:spcPct val="108000"/>
              </a:lnSpc>
              <a:buNone/>
              <a:defRPr sz="1725" b="0">
                <a:solidFill>
                  <a:srgbClr val="586C6D"/>
                </a:solidFill>
                <a:latin typeface="Arial"/>
                <a:ea typeface="Arial"/>
                <a:cs typeface="Arial"/>
              </a:defRPr>
            </a:pPr>
            <a:r>
              <a:rPr sz="1725" b="0">
                <a:solidFill>
                  <a:srgbClr val="586C6D"/>
                </a:solidFill>
                <a:latin typeface="Arial"/>
                <a:ea typeface="Arial"/>
                <a:cs typeface="Arial"/>
              </a:rPr>
              <a:t>Команда Qadam, Rashiduly Bekzat</a:t>
            </a:r>
          </a:p>
        </p:txBody>
      </p:sp>
    </p:spTree>
    <p:extLst>
      <p:ext uri="{BB962C8B-B14F-4D97-AF65-F5344CB8AC3E}">
        <p14:creationId xmlns:p14="http://schemas.microsoft.com/office/powerpoint/2010/main" val="2132305302"/>
      </p:ext>
    </p:extLst>
  </p:cSld>
</p:sld>
</file>

<file path=ppt/slides/slide2.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D83552-F3BE-413D-A259-D29FD689651F}"/>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Своя точка и своё время</a:t>
            </a:r>
          </a:p>
        </p:txBody>
      </p:sp>
      <p:pic>
        <p:nvPicPr>
          <p:cNvPr id="2" name="">
            <a:extLst xmlns:a="http://schemas.openxmlformats.org/drawingml/2006/main">
              <a:ext uri="{FF2B5EF4-FFF2-40B4-BE49-F238E27FC236}">
                <a16:creationId xmlns:a16="http://schemas.microsoft.com/office/drawing/2014/main" id="{B3334459-F8E8-4850-AE8B-B34273FED9E4}"/>
              </a:ext>
            </a:extLst>
          </p:cNvPr>
          <p:cNvPicPr>
            <a:picLocks xmlns:a="http://schemas.openxmlformats.org/drawingml/2006/main" noChangeAspect="1"/>
          </p:cNvPicPr>
          <p:nvPr/>
        </p:nvPicPr>
        <p:blipFill>
          <a:blip xmlns:r="http://schemas.openxmlformats.org/officeDocument/2006/relationships" xmlns:a="http://schemas.openxmlformats.org/drawingml/2006/main" r:embed="R4d4e18f8699f4335"/>
          <a:srcRect xmlns:a="http://schemas.openxmlformats.org/drawingml/2006/main" l="5000" t="44444" r="45313" b="6944"/>
          <a:stretch xmlns:a="http://schemas.openxmlformats.org/drawingml/2006/main"/>
        </p:blipFill>
        <p:spPr>
          <a:xfrm xmlns:a="http://schemas.openxmlformats.org/drawingml/2006/main">
            <a:off x="609600" y="2019300"/>
            <a:ext cx="6477000" cy="35718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D3C0136-9EBE-4437-A08F-66D38ED4C4EF}"/>
              </a:ext>
            </a:extLst>
          </p:cNvPr>
          <p:cNvSpPr>
            <a:spLocks xmlns:a="http://schemas.openxmlformats.org/drawingml/2006/main" noGrp="1"/>
          </p:cNvSpPr>
          <p:nvPr/>
        </p:nvSpPr>
        <p:spPr>
          <a:xfrm xmlns:a="http://schemas.openxmlformats.org/drawingml/2006/main">
            <a:off x="7353300" y="1657350"/>
            <a:ext cx="42291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075A63"/>
                </a:solidFill>
                <a:latin typeface="Georgia"/>
                <a:ea typeface="Georgia"/>
                <a:cs typeface="Georgia"/>
              </a:defRPr>
            </a:defPPr>
            <a:lvl1pPr algn="l">
              <a:defRPr sz="2550" b="0">
                <a:solidFill>
                  <a:srgbClr val="075A63"/>
                </a:solidFill>
                <a:latin typeface="Georgia"/>
                <a:ea typeface="Georgia"/>
                <a:cs typeface="Georgia"/>
              </a:defRPr>
            </a:lvl1pPr>
            <a:lvl2pPr algn="l">
              <a:defRPr sz="2550" b="0">
                <a:solidFill>
                  <a:srgbClr val="075A63"/>
                </a:solidFill>
                <a:latin typeface="Georgia"/>
                <a:ea typeface="Georgia"/>
                <a:cs typeface="Georgia"/>
              </a:defRPr>
            </a:lvl2pPr>
            <a:lvl3pPr algn="l">
              <a:defRPr sz="2550" b="0">
                <a:solidFill>
                  <a:srgbClr val="075A63"/>
                </a:solidFill>
                <a:latin typeface="Georgia"/>
                <a:ea typeface="Georgia"/>
                <a:cs typeface="Georgia"/>
              </a:defRPr>
            </a:lvl3pPr>
            <a:lvl4pPr algn="l">
              <a:defRPr sz="2550" b="0">
                <a:solidFill>
                  <a:srgbClr val="075A63"/>
                </a:solidFill>
                <a:latin typeface="Georgia"/>
                <a:ea typeface="Georgia"/>
                <a:cs typeface="Georgia"/>
              </a:defRPr>
            </a:lvl4pPr>
            <a:lvl5pPr algn="l">
              <a:defRPr sz="2550" b="0">
                <a:solidFill>
                  <a:srgbClr val="075A63"/>
                </a:solidFill>
                <a:latin typeface="Georgia"/>
                <a:ea typeface="Georgia"/>
                <a:cs typeface="Georgia"/>
              </a:defRPr>
            </a:lvl5pPr>
            <a:lvl6pPr algn="l">
              <a:defRPr sz="2550" b="0">
                <a:solidFill>
                  <a:srgbClr val="075A63"/>
                </a:solidFill>
                <a:latin typeface="Georgia"/>
                <a:ea typeface="Georgia"/>
                <a:cs typeface="Georgia"/>
              </a:defRPr>
            </a:lvl6pPr>
            <a:lvl7pPr algn="l">
              <a:defRPr sz="2550" b="0">
                <a:solidFill>
                  <a:srgbClr val="075A63"/>
                </a:solidFill>
                <a:latin typeface="Georgia"/>
                <a:ea typeface="Georgia"/>
                <a:cs typeface="Georgia"/>
              </a:defRPr>
            </a:lvl7pPr>
            <a:lvl8pPr algn="l">
              <a:defRPr sz="2550" b="0">
                <a:solidFill>
                  <a:srgbClr val="075A63"/>
                </a:solidFill>
                <a:latin typeface="Georgia"/>
                <a:ea typeface="Georgia"/>
                <a:cs typeface="Georgia"/>
              </a:defRPr>
            </a:lvl8pPr>
            <a:lvl9pPr algn="l">
              <a:defRPr sz="2550" b="0">
                <a:solidFill>
                  <a:srgbClr val="075A63"/>
                </a:solidFill>
                <a:latin typeface="Georgia"/>
                <a:ea typeface="Georgia"/>
                <a:cs typeface="Georgia"/>
              </a:defRPr>
            </a:lvl9pPr>
          </a:lstStyle>
          <a:p xmlns:a="http://schemas.openxmlformats.org/drawingml/2006/main">
            <a:pPr algn="l">
              <a:lnSpc>
                <a:spcPct val="108000"/>
              </a:lnSpc>
              <a:buNone/>
              <a:defRPr sz="2550" b="0">
                <a:solidFill>
                  <a:srgbClr val="075A63"/>
                </a:solidFill>
                <a:latin typeface="Georgia"/>
                <a:ea typeface="Georgia"/>
                <a:cs typeface="Georgia"/>
              </a:defRPr>
            </a:pPr>
            <a:r>
              <a:rPr sz="2550" b="0">
                <a:solidFill>
                  <a:srgbClr val="075A63"/>
                </a:solidFill>
                <a:latin typeface="Georgia"/>
                <a:ea typeface="Georgia"/>
                <a:cs typeface="Georgia"/>
              </a:rPr>
              <a:t>«Хочу погулять</a:t>
            </a:r>
          </a:p>
          <a:p xmlns:a="http://schemas.openxmlformats.org/drawingml/2006/main">
            <a:pPr algn="l">
              <a:lnSpc>
                <a:spcPct val="108000"/>
              </a:lnSpc>
              <a:buNone/>
              <a:defRPr sz="2550" b="0">
                <a:solidFill>
                  <a:srgbClr val="075A63"/>
                </a:solidFill>
                <a:latin typeface="Georgia"/>
                <a:ea typeface="Georgia"/>
                <a:cs typeface="Georgia"/>
              </a:defRPr>
            </a:pPr>
            <a:r>
              <a:rPr sz="2550" b="0">
                <a:solidFill>
                  <a:srgbClr val="075A63"/>
                </a:solidFill>
                <a:latin typeface="Georgia"/>
                <a:ea typeface="Georgia"/>
                <a:cs typeface="Georgia"/>
              </a:rPr>
              <a:t>в парке, без кафе»</a:t>
            </a:r>
          </a:p>
        </p:txBody>
      </p:sp>
      <p:sp>
        <p:nvSpPr>
          <p:cNvPr id="4" name="">
            <a:extLst xmlns:a="http://schemas.openxmlformats.org/drawingml/2006/main">
              <a:ext uri="{FF2B5EF4-FFF2-40B4-BE49-F238E27FC236}">
                <a16:creationId xmlns:a16="http://schemas.microsoft.com/office/drawing/2014/main" id="{B8D1D845-3C30-4B1C-A005-33FF46EBAD68}"/>
              </a:ext>
            </a:extLst>
          </p:cNvPr>
          <p:cNvSpPr>
            <a:spLocks xmlns:a="http://schemas.openxmlformats.org/drawingml/2006/main" noGrp="1"/>
          </p:cNvSpPr>
          <p:nvPr/>
        </p:nvSpPr>
        <p:spPr>
          <a:xfrm xmlns:a="http://schemas.openxmlformats.org/drawingml/2006/main">
            <a:off x="7381875" y="3181350"/>
            <a:ext cx="41719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0">
                <a:solidFill>
                  <a:srgbClr val="CA5B37"/>
                </a:solidFill>
                <a:latin typeface="Georgia"/>
                <a:ea typeface="Georgia"/>
                <a:cs typeface="Georgia"/>
              </a:defRPr>
            </a:defPPr>
            <a:lvl1pPr algn="l">
              <a:defRPr sz="5550" b="0">
                <a:solidFill>
                  <a:srgbClr val="CA5B37"/>
                </a:solidFill>
                <a:latin typeface="Georgia"/>
                <a:ea typeface="Georgia"/>
                <a:cs typeface="Georgia"/>
              </a:defRPr>
            </a:lvl1pPr>
            <a:lvl2pPr algn="l">
              <a:defRPr sz="5550" b="0">
                <a:solidFill>
                  <a:srgbClr val="CA5B37"/>
                </a:solidFill>
                <a:latin typeface="Georgia"/>
                <a:ea typeface="Georgia"/>
                <a:cs typeface="Georgia"/>
              </a:defRPr>
            </a:lvl2pPr>
            <a:lvl3pPr algn="l">
              <a:defRPr sz="5550" b="0">
                <a:solidFill>
                  <a:srgbClr val="CA5B37"/>
                </a:solidFill>
                <a:latin typeface="Georgia"/>
                <a:ea typeface="Georgia"/>
                <a:cs typeface="Georgia"/>
              </a:defRPr>
            </a:lvl3pPr>
            <a:lvl4pPr algn="l">
              <a:defRPr sz="5550" b="0">
                <a:solidFill>
                  <a:srgbClr val="CA5B37"/>
                </a:solidFill>
                <a:latin typeface="Georgia"/>
                <a:ea typeface="Georgia"/>
                <a:cs typeface="Georgia"/>
              </a:defRPr>
            </a:lvl4pPr>
            <a:lvl5pPr algn="l">
              <a:defRPr sz="5550" b="0">
                <a:solidFill>
                  <a:srgbClr val="CA5B37"/>
                </a:solidFill>
                <a:latin typeface="Georgia"/>
                <a:ea typeface="Georgia"/>
                <a:cs typeface="Georgia"/>
              </a:defRPr>
            </a:lvl5pPr>
            <a:lvl6pPr algn="l">
              <a:defRPr sz="5550" b="0">
                <a:solidFill>
                  <a:srgbClr val="CA5B37"/>
                </a:solidFill>
                <a:latin typeface="Georgia"/>
                <a:ea typeface="Georgia"/>
                <a:cs typeface="Georgia"/>
              </a:defRPr>
            </a:lvl6pPr>
            <a:lvl7pPr algn="l">
              <a:defRPr sz="5550" b="0">
                <a:solidFill>
                  <a:srgbClr val="CA5B37"/>
                </a:solidFill>
                <a:latin typeface="Georgia"/>
                <a:ea typeface="Georgia"/>
                <a:cs typeface="Georgia"/>
              </a:defRPr>
            </a:lvl7pPr>
            <a:lvl8pPr algn="l">
              <a:defRPr sz="5550" b="0">
                <a:solidFill>
                  <a:srgbClr val="CA5B37"/>
                </a:solidFill>
                <a:latin typeface="Georgia"/>
                <a:ea typeface="Georgia"/>
                <a:cs typeface="Georgia"/>
              </a:defRPr>
            </a:lvl8pPr>
            <a:lvl9pPr algn="l">
              <a:defRPr sz="5550" b="0">
                <a:solidFill>
                  <a:srgbClr val="CA5B37"/>
                </a:solidFill>
                <a:latin typeface="Georgia"/>
                <a:ea typeface="Georgia"/>
                <a:cs typeface="Georgia"/>
              </a:defRPr>
            </a:lvl9pPr>
          </a:lstStyle>
          <a:p xmlns:a="http://schemas.openxmlformats.org/drawingml/2006/main">
            <a:pPr algn="l">
              <a:lnSpc>
                <a:spcPct val="108000"/>
              </a:lnSpc>
              <a:buNone/>
              <a:defRPr sz="5550" b="0">
                <a:solidFill>
                  <a:srgbClr val="CA5B37"/>
                </a:solidFill>
                <a:latin typeface="Georgia"/>
                <a:ea typeface="Georgia"/>
                <a:cs typeface="Georgia"/>
              </a:defRPr>
            </a:pPr>
            <a:r>
              <a:rPr sz="5550" b="0">
                <a:solidFill>
                  <a:srgbClr val="CA5B37"/>
                </a:solidFill>
                <a:latin typeface="Georgia"/>
                <a:ea typeface="Georgia"/>
                <a:cs typeface="Georgia"/>
              </a:rPr>
              <a:t>12:15</a:t>
            </a:r>
          </a:p>
        </p:txBody>
      </p:sp>
      <p:sp>
        <p:nvSpPr>
          <p:cNvPr id="5" name="">
            <a:extLst xmlns:a="http://schemas.openxmlformats.org/drawingml/2006/main">
              <a:ext uri="{FF2B5EF4-FFF2-40B4-BE49-F238E27FC236}">
                <a16:creationId xmlns:a16="http://schemas.microsoft.com/office/drawing/2014/main" id="{E78A1184-D60A-4CB9-B183-FE3E400E599C}"/>
              </a:ext>
            </a:extLst>
          </p:cNvPr>
          <p:cNvSpPr>
            <a:spLocks xmlns:a="http://schemas.openxmlformats.org/drawingml/2006/main" noGrp="1"/>
          </p:cNvSpPr>
          <p:nvPr/>
        </p:nvSpPr>
        <p:spPr>
          <a:xfrm xmlns:a="http://schemas.openxmlformats.org/drawingml/2006/main">
            <a:off x="7439025" y="4114800"/>
            <a:ext cx="4114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86C6D"/>
                </a:solidFill>
                <a:latin typeface="Arial"/>
                <a:ea typeface="Arial"/>
                <a:cs typeface="Arial"/>
              </a:defRPr>
            </a:defPPr>
            <a:lvl1pPr algn="l">
              <a:defRPr sz="2025" b="0">
                <a:solidFill>
                  <a:srgbClr val="586C6D"/>
                </a:solidFill>
                <a:latin typeface="Arial"/>
                <a:ea typeface="Arial"/>
                <a:cs typeface="Arial"/>
              </a:defRPr>
            </a:lvl1pPr>
            <a:lvl2pPr algn="l">
              <a:defRPr sz="2025" b="0">
                <a:solidFill>
                  <a:srgbClr val="586C6D"/>
                </a:solidFill>
                <a:latin typeface="Arial"/>
                <a:ea typeface="Arial"/>
                <a:cs typeface="Arial"/>
              </a:defRPr>
            </a:lvl2pPr>
            <a:lvl3pPr algn="l">
              <a:defRPr sz="2025" b="0">
                <a:solidFill>
                  <a:srgbClr val="586C6D"/>
                </a:solidFill>
                <a:latin typeface="Arial"/>
                <a:ea typeface="Arial"/>
                <a:cs typeface="Arial"/>
              </a:defRPr>
            </a:lvl3pPr>
            <a:lvl4pPr algn="l">
              <a:defRPr sz="2025" b="0">
                <a:solidFill>
                  <a:srgbClr val="586C6D"/>
                </a:solidFill>
                <a:latin typeface="Arial"/>
                <a:ea typeface="Arial"/>
                <a:cs typeface="Arial"/>
              </a:defRPr>
            </a:lvl4pPr>
            <a:lvl5pPr algn="l">
              <a:defRPr sz="2025" b="0">
                <a:solidFill>
                  <a:srgbClr val="586C6D"/>
                </a:solidFill>
                <a:latin typeface="Arial"/>
                <a:ea typeface="Arial"/>
                <a:cs typeface="Arial"/>
              </a:defRPr>
            </a:lvl5pPr>
            <a:lvl6pPr algn="l">
              <a:defRPr sz="2025" b="0">
                <a:solidFill>
                  <a:srgbClr val="586C6D"/>
                </a:solidFill>
                <a:latin typeface="Arial"/>
                <a:ea typeface="Arial"/>
                <a:cs typeface="Arial"/>
              </a:defRPr>
            </a:lvl6pPr>
            <a:lvl7pPr algn="l">
              <a:defRPr sz="2025" b="0">
                <a:solidFill>
                  <a:srgbClr val="586C6D"/>
                </a:solidFill>
                <a:latin typeface="Arial"/>
                <a:ea typeface="Arial"/>
                <a:cs typeface="Arial"/>
              </a:defRPr>
            </a:lvl7pPr>
            <a:lvl8pPr algn="l">
              <a:defRPr sz="2025" b="0">
                <a:solidFill>
                  <a:srgbClr val="586C6D"/>
                </a:solidFill>
                <a:latin typeface="Arial"/>
                <a:ea typeface="Arial"/>
                <a:cs typeface="Arial"/>
              </a:defRPr>
            </a:lvl8pPr>
            <a:lvl9pPr algn="l">
              <a:defRPr sz="2025" b="0">
                <a:solidFill>
                  <a:srgbClr val="586C6D"/>
                </a:solidFill>
                <a:latin typeface="Arial"/>
                <a:ea typeface="Arial"/>
                <a:cs typeface="Arial"/>
              </a:defRPr>
            </a:lvl9pPr>
          </a:lstStyle>
          <a:p xmlns:a="http://schemas.openxmlformats.org/drawingml/2006/main">
            <a:pPr algn="l">
              <a:lnSpc>
                <a:spcPct val="108000"/>
              </a:lnSpc>
              <a:buNone/>
              <a:defRPr sz="2025" b="0">
                <a:solidFill>
                  <a:srgbClr val="586C6D"/>
                </a:solidFill>
                <a:latin typeface="Arial"/>
                <a:ea typeface="Arial"/>
                <a:cs typeface="Arial"/>
              </a:defRPr>
            </a:pPr>
            <a:r>
              <a:rPr sz="2025" b="0">
                <a:solidFill>
                  <a:srgbClr val="586C6D"/>
                </a:solidFill>
                <a:latin typeface="Arial"/>
                <a:ea typeface="Arial"/>
                <a:cs typeface="Arial"/>
              </a:rPr>
              <a:t>Выход от Байтерека</a:t>
            </a:r>
          </a:p>
        </p:txBody>
      </p:sp>
      <p:sp>
        <p:nvSpPr>
          <p:cNvPr id="6" name="">
            <a:extLst xmlns:a="http://schemas.openxmlformats.org/drawingml/2006/main">
              <a:ext uri="{FF2B5EF4-FFF2-40B4-BE49-F238E27FC236}">
                <a16:creationId xmlns:a16="http://schemas.microsoft.com/office/drawing/2014/main" id="{5712AA41-11B7-4EC0-BF40-B37ABF9253C0}"/>
              </a:ext>
            </a:extLst>
          </p:cNvPr>
          <p:cNvSpPr>
            <a:spLocks xmlns:a="http://schemas.openxmlformats.org/drawingml/2006/main" noGrp="1"/>
          </p:cNvSpPr>
          <p:nvPr/>
        </p:nvSpPr>
        <p:spPr>
          <a:xfrm xmlns:a="http://schemas.openxmlformats.org/drawingml/2006/main">
            <a:off x="7381875" y="4762500"/>
            <a:ext cx="41719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0">
                <a:solidFill>
                  <a:srgbClr val="075A63"/>
                </a:solidFill>
                <a:latin typeface="Georgia"/>
                <a:ea typeface="Georgia"/>
                <a:cs typeface="Georgia"/>
              </a:defRPr>
            </a:defPPr>
            <a:lvl1pPr algn="l">
              <a:defRPr sz="5550" b="0">
                <a:solidFill>
                  <a:srgbClr val="075A63"/>
                </a:solidFill>
                <a:latin typeface="Georgia"/>
                <a:ea typeface="Georgia"/>
                <a:cs typeface="Georgia"/>
              </a:defRPr>
            </a:lvl1pPr>
            <a:lvl2pPr algn="l">
              <a:defRPr sz="5550" b="0">
                <a:solidFill>
                  <a:srgbClr val="075A63"/>
                </a:solidFill>
                <a:latin typeface="Georgia"/>
                <a:ea typeface="Georgia"/>
                <a:cs typeface="Georgia"/>
              </a:defRPr>
            </a:lvl2pPr>
            <a:lvl3pPr algn="l">
              <a:defRPr sz="5550" b="0">
                <a:solidFill>
                  <a:srgbClr val="075A63"/>
                </a:solidFill>
                <a:latin typeface="Georgia"/>
                <a:ea typeface="Georgia"/>
                <a:cs typeface="Georgia"/>
              </a:defRPr>
            </a:lvl3pPr>
            <a:lvl4pPr algn="l">
              <a:defRPr sz="5550" b="0">
                <a:solidFill>
                  <a:srgbClr val="075A63"/>
                </a:solidFill>
                <a:latin typeface="Georgia"/>
                <a:ea typeface="Georgia"/>
                <a:cs typeface="Georgia"/>
              </a:defRPr>
            </a:lvl4pPr>
            <a:lvl5pPr algn="l">
              <a:defRPr sz="5550" b="0">
                <a:solidFill>
                  <a:srgbClr val="075A63"/>
                </a:solidFill>
                <a:latin typeface="Georgia"/>
                <a:ea typeface="Georgia"/>
                <a:cs typeface="Georgia"/>
              </a:defRPr>
            </a:lvl5pPr>
            <a:lvl6pPr algn="l">
              <a:defRPr sz="5550" b="0">
                <a:solidFill>
                  <a:srgbClr val="075A63"/>
                </a:solidFill>
                <a:latin typeface="Georgia"/>
                <a:ea typeface="Georgia"/>
                <a:cs typeface="Georgia"/>
              </a:defRPr>
            </a:lvl6pPr>
            <a:lvl7pPr algn="l">
              <a:defRPr sz="5550" b="0">
                <a:solidFill>
                  <a:srgbClr val="075A63"/>
                </a:solidFill>
                <a:latin typeface="Georgia"/>
                <a:ea typeface="Georgia"/>
                <a:cs typeface="Georgia"/>
              </a:defRPr>
            </a:lvl7pPr>
            <a:lvl8pPr algn="l">
              <a:defRPr sz="5550" b="0">
                <a:solidFill>
                  <a:srgbClr val="075A63"/>
                </a:solidFill>
                <a:latin typeface="Georgia"/>
                <a:ea typeface="Georgia"/>
                <a:cs typeface="Georgia"/>
              </a:defRPr>
            </a:lvl8pPr>
            <a:lvl9pPr algn="l">
              <a:defRPr sz="5550" b="0">
                <a:solidFill>
                  <a:srgbClr val="075A63"/>
                </a:solidFill>
                <a:latin typeface="Georgia"/>
                <a:ea typeface="Georgia"/>
                <a:cs typeface="Georgia"/>
              </a:defRPr>
            </a:lvl9pPr>
          </a:lstStyle>
          <a:p xmlns:a="http://schemas.openxmlformats.org/drawingml/2006/main">
            <a:pPr algn="l">
              <a:lnSpc>
                <a:spcPct val="108000"/>
              </a:lnSpc>
              <a:buNone/>
              <a:defRPr sz="5550" b="0">
                <a:solidFill>
                  <a:srgbClr val="075A63"/>
                </a:solidFill>
                <a:latin typeface="Georgia"/>
                <a:ea typeface="Georgia"/>
                <a:cs typeface="Georgia"/>
              </a:defRPr>
            </a:pPr>
            <a:r>
              <a:rPr sz="5550" b="0">
                <a:solidFill>
                  <a:srgbClr val="075A63"/>
                </a:solidFill>
                <a:latin typeface="Georgia"/>
                <a:ea typeface="Georgia"/>
                <a:cs typeface="Georgia"/>
              </a:rPr>
              <a:t>13:45</a:t>
            </a:r>
          </a:p>
        </p:txBody>
      </p:sp>
      <p:sp>
        <p:nvSpPr>
          <p:cNvPr id="7" name="">
            <a:extLst xmlns:a="http://schemas.openxmlformats.org/drawingml/2006/main">
              <a:ext uri="{FF2B5EF4-FFF2-40B4-BE49-F238E27FC236}">
                <a16:creationId xmlns:a16="http://schemas.microsoft.com/office/drawing/2014/main" id="{2605F361-715B-4C97-9DA9-9B764D5860C5}"/>
              </a:ext>
            </a:extLst>
          </p:cNvPr>
          <p:cNvSpPr>
            <a:spLocks xmlns:a="http://schemas.openxmlformats.org/drawingml/2006/main" noGrp="1"/>
          </p:cNvSpPr>
          <p:nvPr/>
        </p:nvSpPr>
        <p:spPr>
          <a:xfrm xmlns:a="http://schemas.openxmlformats.org/drawingml/2006/main">
            <a:off x="7439025" y="5695950"/>
            <a:ext cx="4114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86C6D"/>
                </a:solidFill>
                <a:latin typeface="Arial"/>
                <a:ea typeface="Arial"/>
                <a:cs typeface="Arial"/>
              </a:defRPr>
            </a:defPPr>
            <a:lvl1pPr algn="l">
              <a:defRPr sz="2025" b="0">
                <a:solidFill>
                  <a:srgbClr val="586C6D"/>
                </a:solidFill>
                <a:latin typeface="Arial"/>
                <a:ea typeface="Arial"/>
                <a:cs typeface="Arial"/>
              </a:defRPr>
            </a:lvl1pPr>
            <a:lvl2pPr algn="l">
              <a:defRPr sz="2025" b="0">
                <a:solidFill>
                  <a:srgbClr val="586C6D"/>
                </a:solidFill>
                <a:latin typeface="Arial"/>
                <a:ea typeface="Arial"/>
                <a:cs typeface="Arial"/>
              </a:defRPr>
            </a:lvl2pPr>
            <a:lvl3pPr algn="l">
              <a:defRPr sz="2025" b="0">
                <a:solidFill>
                  <a:srgbClr val="586C6D"/>
                </a:solidFill>
                <a:latin typeface="Arial"/>
                <a:ea typeface="Arial"/>
                <a:cs typeface="Arial"/>
              </a:defRPr>
            </a:lvl3pPr>
            <a:lvl4pPr algn="l">
              <a:defRPr sz="2025" b="0">
                <a:solidFill>
                  <a:srgbClr val="586C6D"/>
                </a:solidFill>
                <a:latin typeface="Arial"/>
                <a:ea typeface="Arial"/>
                <a:cs typeface="Arial"/>
              </a:defRPr>
            </a:lvl4pPr>
            <a:lvl5pPr algn="l">
              <a:defRPr sz="2025" b="0">
                <a:solidFill>
                  <a:srgbClr val="586C6D"/>
                </a:solidFill>
                <a:latin typeface="Arial"/>
                <a:ea typeface="Arial"/>
                <a:cs typeface="Arial"/>
              </a:defRPr>
            </a:lvl5pPr>
            <a:lvl6pPr algn="l">
              <a:defRPr sz="2025" b="0">
                <a:solidFill>
                  <a:srgbClr val="586C6D"/>
                </a:solidFill>
                <a:latin typeface="Arial"/>
                <a:ea typeface="Arial"/>
                <a:cs typeface="Arial"/>
              </a:defRPr>
            </a:lvl6pPr>
            <a:lvl7pPr algn="l">
              <a:defRPr sz="2025" b="0">
                <a:solidFill>
                  <a:srgbClr val="586C6D"/>
                </a:solidFill>
                <a:latin typeface="Arial"/>
                <a:ea typeface="Arial"/>
                <a:cs typeface="Arial"/>
              </a:defRPr>
            </a:lvl7pPr>
            <a:lvl8pPr algn="l">
              <a:defRPr sz="2025" b="0">
                <a:solidFill>
                  <a:srgbClr val="586C6D"/>
                </a:solidFill>
                <a:latin typeface="Arial"/>
                <a:ea typeface="Arial"/>
                <a:cs typeface="Arial"/>
              </a:defRPr>
            </a:lvl8pPr>
            <a:lvl9pPr algn="l">
              <a:defRPr sz="2025" b="0">
                <a:solidFill>
                  <a:srgbClr val="586C6D"/>
                </a:solidFill>
                <a:latin typeface="Arial"/>
                <a:ea typeface="Arial"/>
                <a:cs typeface="Arial"/>
              </a:defRPr>
            </a:lvl9pPr>
          </a:lstStyle>
          <a:p xmlns:a="http://schemas.openxmlformats.org/drawingml/2006/main">
            <a:pPr algn="l">
              <a:lnSpc>
                <a:spcPct val="108000"/>
              </a:lnSpc>
              <a:buNone/>
              <a:defRPr sz="2025" b="0">
                <a:solidFill>
                  <a:srgbClr val="586C6D"/>
                </a:solidFill>
                <a:latin typeface="Arial"/>
                <a:ea typeface="Arial"/>
                <a:cs typeface="Arial"/>
              </a:defRPr>
            </a:pPr>
            <a:r>
              <a:rPr sz="2025" b="0">
                <a:solidFill>
                  <a:srgbClr val="586C6D"/>
                </a:solidFill>
                <a:latin typeface="Arial"/>
                <a:ea typeface="Arial"/>
                <a:cs typeface="Arial"/>
              </a:rPr>
              <a:t>Вернуться к старту</a:t>
            </a:r>
          </a:p>
        </p:txBody>
      </p:sp>
      <p:sp>
        <p:nvSpPr>
          <p:cNvPr id="8" name="">
            <a:extLst xmlns:a="http://schemas.openxmlformats.org/drawingml/2006/main">
              <a:ext uri="{FF2B5EF4-FFF2-40B4-BE49-F238E27FC236}">
                <a16:creationId xmlns:a16="http://schemas.microsoft.com/office/drawing/2014/main" id="{4E87C41E-8F89-4064-92D1-6E02C1A2987B}"/>
              </a:ext>
            </a:extLst>
          </p:cNvPr>
          <p:cNvSpPr>
            <a:spLocks xmlns:a="http://schemas.openxmlformats.org/drawingml/2006/main" noGrp="1"/>
          </p:cNvSpPr>
          <p:nvPr/>
        </p:nvSpPr>
        <p:spPr>
          <a:xfrm xmlns:a="http://schemas.openxmlformats.org/drawingml/2006/main">
            <a:off x="666750" y="63436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86C6D"/>
                </a:solidFill>
                <a:latin typeface="Arial"/>
                <a:ea typeface="Arial"/>
                <a:cs typeface="Arial"/>
              </a:defRPr>
            </a:defPPr>
            <a:lvl1pPr algn="l">
              <a:defRPr sz="1800" b="0">
                <a:solidFill>
                  <a:srgbClr val="586C6D"/>
                </a:solidFill>
                <a:latin typeface="Arial"/>
                <a:ea typeface="Arial"/>
                <a:cs typeface="Arial"/>
              </a:defRPr>
            </a:lvl1pPr>
            <a:lvl2pPr algn="l">
              <a:defRPr sz="1800" b="0">
                <a:solidFill>
                  <a:srgbClr val="586C6D"/>
                </a:solidFill>
                <a:latin typeface="Arial"/>
                <a:ea typeface="Arial"/>
                <a:cs typeface="Arial"/>
              </a:defRPr>
            </a:lvl2pPr>
            <a:lvl3pPr algn="l">
              <a:defRPr sz="1800" b="0">
                <a:solidFill>
                  <a:srgbClr val="586C6D"/>
                </a:solidFill>
                <a:latin typeface="Arial"/>
                <a:ea typeface="Arial"/>
                <a:cs typeface="Arial"/>
              </a:defRPr>
            </a:lvl3pPr>
            <a:lvl4pPr algn="l">
              <a:defRPr sz="1800" b="0">
                <a:solidFill>
                  <a:srgbClr val="586C6D"/>
                </a:solidFill>
                <a:latin typeface="Arial"/>
                <a:ea typeface="Arial"/>
                <a:cs typeface="Arial"/>
              </a:defRPr>
            </a:lvl4pPr>
            <a:lvl5pPr algn="l">
              <a:defRPr sz="1800" b="0">
                <a:solidFill>
                  <a:srgbClr val="586C6D"/>
                </a:solidFill>
                <a:latin typeface="Arial"/>
                <a:ea typeface="Arial"/>
                <a:cs typeface="Arial"/>
              </a:defRPr>
            </a:lvl5pPr>
            <a:lvl6pPr algn="l">
              <a:defRPr sz="1800" b="0">
                <a:solidFill>
                  <a:srgbClr val="586C6D"/>
                </a:solidFill>
                <a:latin typeface="Arial"/>
                <a:ea typeface="Arial"/>
                <a:cs typeface="Arial"/>
              </a:defRPr>
            </a:lvl6pPr>
            <a:lvl7pPr algn="l">
              <a:defRPr sz="1800" b="0">
                <a:solidFill>
                  <a:srgbClr val="586C6D"/>
                </a:solidFill>
                <a:latin typeface="Arial"/>
                <a:ea typeface="Arial"/>
                <a:cs typeface="Arial"/>
              </a:defRPr>
            </a:lvl7pPr>
            <a:lvl8pPr algn="l">
              <a:defRPr sz="1800" b="0">
                <a:solidFill>
                  <a:srgbClr val="586C6D"/>
                </a:solidFill>
                <a:latin typeface="Arial"/>
                <a:ea typeface="Arial"/>
                <a:cs typeface="Arial"/>
              </a:defRPr>
            </a:lvl8pPr>
            <a:lvl9pPr algn="l">
              <a:defRPr sz="1800" b="0">
                <a:solidFill>
                  <a:srgbClr val="586C6D"/>
                </a:solidFill>
                <a:latin typeface="Arial"/>
                <a:ea typeface="Arial"/>
                <a:cs typeface="Arial"/>
              </a:defRPr>
            </a:lvl9pPr>
          </a:lstStyle>
          <a:p xmlns:a="http://schemas.openxmlformats.org/drawingml/2006/main">
            <a:pPr algn="l">
              <a:lnSpc>
                <a:spcPct val="108000"/>
              </a:lnSpc>
              <a:buNone/>
              <a:defRPr sz="1800" b="0">
                <a:solidFill>
                  <a:srgbClr val="586C6D"/>
                </a:solidFill>
                <a:latin typeface="Arial"/>
                <a:ea typeface="Arial"/>
                <a:cs typeface="Arial"/>
              </a:defRPr>
            </a:pPr>
            <a:r>
              <a:rPr sz="1800" b="0">
                <a:solidFill>
                  <a:srgbClr val="586C6D"/>
                </a:solidFill>
                <a:latin typeface="Arial"/>
                <a:ea typeface="Arial"/>
                <a:cs typeface="Arial"/>
              </a:rPr>
              <a:t>20 октября 2026, UTC+5. Желание и время сохраняются при уточнении</a:t>
            </a:r>
          </a:p>
        </p:txBody>
      </p:sp>
    </p:spTree>
    <p:extLst>
      <p:ext uri="{BB962C8B-B14F-4D97-AF65-F5344CB8AC3E}">
        <p14:creationId xmlns:p14="http://schemas.microsoft.com/office/powerpoint/2010/main" val="938920395"/>
      </p:ext>
    </p:extLst>
  </p:cSld>
</p:sld>
</file>

<file path=ppt/slides/slide3.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1042568-1895-4728-8F15-7B6EF2AFE7F6}"/>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Выбор в одном окне времени</a:t>
            </a:r>
          </a:p>
        </p:txBody>
      </p:sp>
      <p:pic>
        <p:nvPicPr>
          <p:cNvPr id="2" name="">
            <a:extLst xmlns:a="http://schemas.openxmlformats.org/drawingml/2006/main">
              <a:ext uri="{FF2B5EF4-FFF2-40B4-BE49-F238E27FC236}">
                <a16:creationId xmlns:a16="http://schemas.microsoft.com/office/drawing/2014/main" id="{345BCF63-EC6B-4106-AC4B-3903C78AC551}"/>
              </a:ext>
            </a:extLst>
          </p:cNvPr>
          <p:cNvPicPr>
            <a:picLocks xmlns:a="http://schemas.openxmlformats.org/drawingml/2006/main" noChangeAspect="1"/>
          </p:cNvPicPr>
          <p:nvPr/>
        </p:nvPicPr>
        <p:blipFill>
          <a:blip xmlns:r="http://schemas.openxmlformats.org/officeDocument/2006/relationships" xmlns:a="http://schemas.openxmlformats.org/drawingml/2006/main" r:embed="Rb66d05f95cf64117"/>
          <a:srcRect xmlns:a="http://schemas.openxmlformats.org/drawingml/2006/main" l="5000" t="31250" r="51719" b="26250"/>
          <a:stretch xmlns:a="http://schemas.openxmlformats.org/drawingml/2006/main"/>
        </p:blipFill>
        <p:spPr>
          <a:xfrm xmlns:a="http://schemas.openxmlformats.org/drawingml/2006/main">
            <a:off x="609600" y="1524000"/>
            <a:ext cx="8572500" cy="473392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A641CB2-0FB4-4E24-8B33-2EA9DD54C266}"/>
              </a:ext>
            </a:extLst>
          </p:cNvPr>
          <p:cNvSpPr>
            <a:spLocks xmlns:a="http://schemas.openxmlformats.org/drawingml/2006/main" noGrp="1"/>
          </p:cNvSpPr>
          <p:nvPr/>
        </p:nvSpPr>
        <p:spPr>
          <a:xfrm xmlns:a="http://schemas.openxmlformats.org/drawingml/2006/main">
            <a:off x="9525000" y="2076450"/>
            <a:ext cx="20764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150" b="0">
                <a:solidFill>
                  <a:srgbClr val="CA5B37"/>
                </a:solidFill>
                <a:latin typeface="Georgia"/>
                <a:ea typeface="Georgia"/>
                <a:cs typeface="Georgia"/>
              </a:defRPr>
            </a:defPPr>
            <a:lvl1pPr algn="l">
              <a:defRPr sz="6150" b="0">
                <a:solidFill>
                  <a:srgbClr val="CA5B37"/>
                </a:solidFill>
                <a:latin typeface="Georgia"/>
                <a:ea typeface="Georgia"/>
                <a:cs typeface="Georgia"/>
              </a:defRPr>
            </a:lvl1pPr>
            <a:lvl2pPr algn="l">
              <a:defRPr sz="6150" b="0">
                <a:solidFill>
                  <a:srgbClr val="CA5B37"/>
                </a:solidFill>
                <a:latin typeface="Georgia"/>
                <a:ea typeface="Georgia"/>
                <a:cs typeface="Georgia"/>
              </a:defRPr>
            </a:lvl2pPr>
            <a:lvl3pPr algn="l">
              <a:defRPr sz="6150" b="0">
                <a:solidFill>
                  <a:srgbClr val="CA5B37"/>
                </a:solidFill>
                <a:latin typeface="Georgia"/>
                <a:ea typeface="Georgia"/>
                <a:cs typeface="Georgia"/>
              </a:defRPr>
            </a:lvl3pPr>
            <a:lvl4pPr algn="l">
              <a:defRPr sz="6150" b="0">
                <a:solidFill>
                  <a:srgbClr val="CA5B37"/>
                </a:solidFill>
                <a:latin typeface="Georgia"/>
                <a:ea typeface="Georgia"/>
                <a:cs typeface="Georgia"/>
              </a:defRPr>
            </a:lvl4pPr>
            <a:lvl5pPr algn="l">
              <a:defRPr sz="6150" b="0">
                <a:solidFill>
                  <a:srgbClr val="CA5B37"/>
                </a:solidFill>
                <a:latin typeface="Georgia"/>
                <a:ea typeface="Georgia"/>
                <a:cs typeface="Georgia"/>
              </a:defRPr>
            </a:lvl5pPr>
            <a:lvl6pPr algn="l">
              <a:defRPr sz="6150" b="0">
                <a:solidFill>
                  <a:srgbClr val="CA5B37"/>
                </a:solidFill>
                <a:latin typeface="Georgia"/>
                <a:ea typeface="Georgia"/>
                <a:cs typeface="Georgia"/>
              </a:defRPr>
            </a:lvl6pPr>
            <a:lvl7pPr algn="l">
              <a:defRPr sz="6150" b="0">
                <a:solidFill>
                  <a:srgbClr val="CA5B37"/>
                </a:solidFill>
                <a:latin typeface="Georgia"/>
                <a:ea typeface="Georgia"/>
                <a:cs typeface="Georgia"/>
              </a:defRPr>
            </a:lvl7pPr>
            <a:lvl8pPr algn="l">
              <a:defRPr sz="6150" b="0">
                <a:solidFill>
                  <a:srgbClr val="CA5B37"/>
                </a:solidFill>
                <a:latin typeface="Georgia"/>
                <a:ea typeface="Georgia"/>
                <a:cs typeface="Georgia"/>
              </a:defRPr>
            </a:lvl8pPr>
            <a:lvl9pPr algn="l">
              <a:defRPr sz="6150" b="0">
                <a:solidFill>
                  <a:srgbClr val="CA5B37"/>
                </a:solidFill>
                <a:latin typeface="Georgia"/>
                <a:ea typeface="Georgia"/>
                <a:cs typeface="Georgia"/>
              </a:defRPr>
            </a:lvl9pPr>
          </a:lstStyle>
          <a:p xmlns:a="http://schemas.openxmlformats.org/drawingml/2006/main">
            <a:pPr algn="l">
              <a:lnSpc>
                <a:spcPct val="108000"/>
              </a:lnSpc>
              <a:buNone/>
              <a:defRPr sz="6150" b="0">
                <a:solidFill>
                  <a:srgbClr val="CA5B37"/>
                </a:solidFill>
                <a:latin typeface="Georgia"/>
                <a:ea typeface="Georgia"/>
                <a:cs typeface="Georgia"/>
              </a:defRPr>
            </a:pPr>
            <a:r>
              <a:rPr sz="6150" b="0">
                <a:solidFill>
                  <a:srgbClr val="CA5B37"/>
                </a:solidFill>
                <a:latin typeface="Georgia"/>
                <a:ea typeface="Georgia"/>
                <a:cs typeface="Georgia"/>
              </a:rPr>
              <a:t>52</a:t>
            </a:r>
          </a:p>
        </p:txBody>
      </p:sp>
      <p:sp>
        <p:nvSpPr>
          <p:cNvPr id="4" name="">
            <a:extLst xmlns:a="http://schemas.openxmlformats.org/drawingml/2006/main">
              <a:ext uri="{FF2B5EF4-FFF2-40B4-BE49-F238E27FC236}">
                <a16:creationId xmlns:a16="http://schemas.microsoft.com/office/drawing/2014/main" id="{86CDD7A1-95D8-4C60-A295-7D231A628AE1}"/>
              </a:ext>
            </a:extLst>
          </p:cNvPr>
          <p:cNvSpPr>
            <a:spLocks xmlns:a="http://schemas.openxmlformats.org/drawingml/2006/main" noGrp="1"/>
          </p:cNvSpPr>
          <p:nvPr/>
        </p:nvSpPr>
        <p:spPr>
          <a:xfrm xmlns:a="http://schemas.openxmlformats.org/drawingml/2006/main">
            <a:off x="9591675" y="3133725"/>
            <a:ext cx="1981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86C6D"/>
                </a:solidFill>
                <a:latin typeface="Arial"/>
                <a:ea typeface="Arial"/>
                <a:cs typeface="Arial"/>
              </a:defRPr>
            </a:defPPr>
            <a:lvl1pPr algn="l">
              <a:defRPr sz="2025" b="0">
                <a:solidFill>
                  <a:srgbClr val="586C6D"/>
                </a:solidFill>
                <a:latin typeface="Arial"/>
                <a:ea typeface="Arial"/>
                <a:cs typeface="Arial"/>
              </a:defRPr>
            </a:lvl1pPr>
            <a:lvl2pPr algn="l">
              <a:defRPr sz="2025" b="0">
                <a:solidFill>
                  <a:srgbClr val="586C6D"/>
                </a:solidFill>
                <a:latin typeface="Arial"/>
                <a:ea typeface="Arial"/>
                <a:cs typeface="Arial"/>
              </a:defRPr>
            </a:lvl2pPr>
            <a:lvl3pPr algn="l">
              <a:defRPr sz="2025" b="0">
                <a:solidFill>
                  <a:srgbClr val="586C6D"/>
                </a:solidFill>
                <a:latin typeface="Arial"/>
                <a:ea typeface="Arial"/>
                <a:cs typeface="Arial"/>
              </a:defRPr>
            </a:lvl3pPr>
            <a:lvl4pPr algn="l">
              <a:defRPr sz="2025" b="0">
                <a:solidFill>
                  <a:srgbClr val="586C6D"/>
                </a:solidFill>
                <a:latin typeface="Arial"/>
                <a:ea typeface="Arial"/>
                <a:cs typeface="Arial"/>
              </a:defRPr>
            </a:lvl4pPr>
            <a:lvl5pPr algn="l">
              <a:defRPr sz="2025" b="0">
                <a:solidFill>
                  <a:srgbClr val="586C6D"/>
                </a:solidFill>
                <a:latin typeface="Arial"/>
                <a:ea typeface="Arial"/>
                <a:cs typeface="Arial"/>
              </a:defRPr>
            </a:lvl5pPr>
            <a:lvl6pPr algn="l">
              <a:defRPr sz="2025" b="0">
                <a:solidFill>
                  <a:srgbClr val="586C6D"/>
                </a:solidFill>
                <a:latin typeface="Arial"/>
                <a:ea typeface="Arial"/>
                <a:cs typeface="Arial"/>
              </a:defRPr>
            </a:lvl6pPr>
            <a:lvl7pPr algn="l">
              <a:defRPr sz="2025" b="0">
                <a:solidFill>
                  <a:srgbClr val="586C6D"/>
                </a:solidFill>
                <a:latin typeface="Arial"/>
                <a:ea typeface="Arial"/>
                <a:cs typeface="Arial"/>
              </a:defRPr>
            </a:lvl7pPr>
            <a:lvl8pPr algn="l">
              <a:defRPr sz="2025" b="0">
                <a:solidFill>
                  <a:srgbClr val="586C6D"/>
                </a:solidFill>
                <a:latin typeface="Arial"/>
                <a:ea typeface="Arial"/>
                <a:cs typeface="Arial"/>
              </a:defRPr>
            </a:lvl8pPr>
            <a:lvl9pPr algn="l">
              <a:defRPr sz="2025" b="0">
                <a:solidFill>
                  <a:srgbClr val="586C6D"/>
                </a:solidFill>
                <a:latin typeface="Arial"/>
                <a:ea typeface="Arial"/>
                <a:cs typeface="Arial"/>
              </a:defRPr>
            </a:lvl9pPr>
          </a:lstStyle>
          <a:p xmlns:a="http://schemas.openxmlformats.org/drawingml/2006/main">
            <a:pPr algn="l">
              <a:lnSpc>
                <a:spcPct val="108000"/>
              </a:lnSpc>
              <a:buNone/>
              <a:defRPr sz="2025" b="0">
                <a:solidFill>
                  <a:srgbClr val="586C6D"/>
                </a:solidFill>
                <a:latin typeface="Arial"/>
                <a:ea typeface="Arial"/>
                <a:cs typeface="Arial"/>
              </a:defRPr>
            </a:pPr>
            <a:r>
              <a:rPr sz="2025" b="0">
                <a:solidFill>
                  <a:srgbClr val="586C6D"/>
                </a:solidFill>
                <a:latin typeface="Arial"/>
                <a:ea typeface="Arial"/>
                <a:cs typeface="Arial"/>
              </a:rPr>
              <a:t>мин ходьбы</a:t>
            </a:r>
          </a:p>
        </p:txBody>
      </p:sp>
      <p:sp>
        <p:nvSpPr>
          <p:cNvPr id="5" name="">
            <a:extLst xmlns:a="http://schemas.openxmlformats.org/drawingml/2006/main">
              <a:ext uri="{FF2B5EF4-FFF2-40B4-BE49-F238E27FC236}">
                <a16:creationId xmlns:a16="http://schemas.microsoft.com/office/drawing/2014/main" id="{BD538D30-5C9C-406F-B147-752F51C5B3AE}"/>
              </a:ext>
            </a:extLst>
          </p:cNvPr>
          <p:cNvSpPr>
            <a:spLocks xmlns:a="http://schemas.openxmlformats.org/drawingml/2006/main" noGrp="1"/>
          </p:cNvSpPr>
          <p:nvPr/>
        </p:nvSpPr>
        <p:spPr>
          <a:xfrm xmlns:a="http://schemas.openxmlformats.org/drawingml/2006/main">
            <a:off x="9525000" y="4124325"/>
            <a:ext cx="20764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150" b="0">
                <a:solidFill>
                  <a:srgbClr val="075A63"/>
                </a:solidFill>
                <a:latin typeface="Georgia"/>
                <a:ea typeface="Georgia"/>
                <a:cs typeface="Georgia"/>
              </a:defRPr>
            </a:defPPr>
            <a:lvl1pPr algn="l">
              <a:defRPr sz="6150" b="0">
                <a:solidFill>
                  <a:srgbClr val="075A63"/>
                </a:solidFill>
                <a:latin typeface="Georgia"/>
                <a:ea typeface="Georgia"/>
                <a:cs typeface="Georgia"/>
              </a:defRPr>
            </a:lvl1pPr>
            <a:lvl2pPr algn="l">
              <a:defRPr sz="6150" b="0">
                <a:solidFill>
                  <a:srgbClr val="075A63"/>
                </a:solidFill>
                <a:latin typeface="Georgia"/>
                <a:ea typeface="Georgia"/>
                <a:cs typeface="Georgia"/>
              </a:defRPr>
            </a:lvl2pPr>
            <a:lvl3pPr algn="l">
              <a:defRPr sz="6150" b="0">
                <a:solidFill>
                  <a:srgbClr val="075A63"/>
                </a:solidFill>
                <a:latin typeface="Georgia"/>
                <a:ea typeface="Georgia"/>
                <a:cs typeface="Georgia"/>
              </a:defRPr>
            </a:lvl3pPr>
            <a:lvl4pPr algn="l">
              <a:defRPr sz="6150" b="0">
                <a:solidFill>
                  <a:srgbClr val="075A63"/>
                </a:solidFill>
                <a:latin typeface="Georgia"/>
                <a:ea typeface="Georgia"/>
                <a:cs typeface="Georgia"/>
              </a:defRPr>
            </a:lvl4pPr>
            <a:lvl5pPr algn="l">
              <a:defRPr sz="6150" b="0">
                <a:solidFill>
                  <a:srgbClr val="075A63"/>
                </a:solidFill>
                <a:latin typeface="Georgia"/>
                <a:ea typeface="Georgia"/>
                <a:cs typeface="Georgia"/>
              </a:defRPr>
            </a:lvl5pPr>
            <a:lvl6pPr algn="l">
              <a:defRPr sz="6150" b="0">
                <a:solidFill>
                  <a:srgbClr val="075A63"/>
                </a:solidFill>
                <a:latin typeface="Georgia"/>
                <a:ea typeface="Georgia"/>
                <a:cs typeface="Georgia"/>
              </a:defRPr>
            </a:lvl6pPr>
            <a:lvl7pPr algn="l">
              <a:defRPr sz="6150" b="0">
                <a:solidFill>
                  <a:srgbClr val="075A63"/>
                </a:solidFill>
                <a:latin typeface="Georgia"/>
                <a:ea typeface="Georgia"/>
                <a:cs typeface="Georgia"/>
              </a:defRPr>
            </a:lvl7pPr>
            <a:lvl8pPr algn="l">
              <a:defRPr sz="6150" b="0">
                <a:solidFill>
                  <a:srgbClr val="075A63"/>
                </a:solidFill>
                <a:latin typeface="Georgia"/>
                <a:ea typeface="Georgia"/>
                <a:cs typeface="Georgia"/>
              </a:defRPr>
            </a:lvl8pPr>
            <a:lvl9pPr algn="l">
              <a:defRPr sz="6150" b="0">
                <a:solidFill>
                  <a:srgbClr val="075A63"/>
                </a:solidFill>
                <a:latin typeface="Georgia"/>
                <a:ea typeface="Georgia"/>
                <a:cs typeface="Georgia"/>
              </a:defRPr>
            </a:lvl9pPr>
          </a:lstStyle>
          <a:p xmlns:a="http://schemas.openxmlformats.org/drawingml/2006/main">
            <a:pPr algn="l">
              <a:lnSpc>
                <a:spcPct val="108000"/>
              </a:lnSpc>
              <a:buNone/>
              <a:defRPr sz="6150" b="0">
                <a:solidFill>
                  <a:srgbClr val="075A63"/>
                </a:solidFill>
                <a:latin typeface="Georgia"/>
                <a:ea typeface="Georgia"/>
                <a:cs typeface="Georgia"/>
              </a:defRPr>
            </a:pPr>
            <a:r>
              <a:rPr sz="6150" b="0">
                <a:solidFill>
                  <a:srgbClr val="075A63"/>
                </a:solidFill>
                <a:latin typeface="Georgia"/>
                <a:ea typeface="Georgia"/>
                <a:cs typeface="Georgia"/>
              </a:rPr>
              <a:t>22</a:t>
            </a:r>
          </a:p>
        </p:txBody>
      </p:sp>
      <p:sp>
        <p:nvSpPr>
          <p:cNvPr id="6" name="">
            <a:extLst xmlns:a="http://schemas.openxmlformats.org/drawingml/2006/main">
              <a:ext uri="{FF2B5EF4-FFF2-40B4-BE49-F238E27FC236}">
                <a16:creationId xmlns:a16="http://schemas.microsoft.com/office/drawing/2014/main" id="{FFA1257D-3889-42AC-9C05-28C44197CE56}"/>
              </a:ext>
            </a:extLst>
          </p:cNvPr>
          <p:cNvSpPr>
            <a:spLocks xmlns:a="http://schemas.openxmlformats.org/drawingml/2006/main" noGrp="1"/>
          </p:cNvSpPr>
          <p:nvPr/>
        </p:nvSpPr>
        <p:spPr>
          <a:xfrm xmlns:a="http://schemas.openxmlformats.org/drawingml/2006/main">
            <a:off x="9591675" y="5181600"/>
            <a:ext cx="1981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86C6D"/>
                </a:solidFill>
                <a:latin typeface="Arial"/>
                <a:ea typeface="Arial"/>
                <a:cs typeface="Arial"/>
              </a:defRPr>
            </a:defPPr>
            <a:lvl1pPr algn="l">
              <a:defRPr sz="2025" b="0">
                <a:solidFill>
                  <a:srgbClr val="586C6D"/>
                </a:solidFill>
                <a:latin typeface="Arial"/>
                <a:ea typeface="Arial"/>
                <a:cs typeface="Arial"/>
              </a:defRPr>
            </a:lvl1pPr>
            <a:lvl2pPr algn="l">
              <a:defRPr sz="2025" b="0">
                <a:solidFill>
                  <a:srgbClr val="586C6D"/>
                </a:solidFill>
                <a:latin typeface="Arial"/>
                <a:ea typeface="Arial"/>
                <a:cs typeface="Arial"/>
              </a:defRPr>
            </a:lvl2pPr>
            <a:lvl3pPr algn="l">
              <a:defRPr sz="2025" b="0">
                <a:solidFill>
                  <a:srgbClr val="586C6D"/>
                </a:solidFill>
                <a:latin typeface="Arial"/>
                <a:ea typeface="Arial"/>
                <a:cs typeface="Arial"/>
              </a:defRPr>
            </a:lvl3pPr>
            <a:lvl4pPr algn="l">
              <a:defRPr sz="2025" b="0">
                <a:solidFill>
                  <a:srgbClr val="586C6D"/>
                </a:solidFill>
                <a:latin typeface="Arial"/>
                <a:ea typeface="Arial"/>
                <a:cs typeface="Arial"/>
              </a:defRPr>
            </a:lvl4pPr>
            <a:lvl5pPr algn="l">
              <a:defRPr sz="2025" b="0">
                <a:solidFill>
                  <a:srgbClr val="586C6D"/>
                </a:solidFill>
                <a:latin typeface="Arial"/>
                <a:ea typeface="Arial"/>
                <a:cs typeface="Arial"/>
              </a:defRPr>
            </a:lvl5pPr>
            <a:lvl6pPr algn="l">
              <a:defRPr sz="2025" b="0">
                <a:solidFill>
                  <a:srgbClr val="586C6D"/>
                </a:solidFill>
                <a:latin typeface="Arial"/>
                <a:ea typeface="Arial"/>
                <a:cs typeface="Arial"/>
              </a:defRPr>
            </a:lvl6pPr>
            <a:lvl7pPr algn="l">
              <a:defRPr sz="2025" b="0">
                <a:solidFill>
                  <a:srgbClr val="586C6D"/>
                </a:solidFill>
                <a:latin typeface="Arial"/>
                <a:ea typeface="Arial"/>
                <a:cs typeface="Arial"/>
              </a:defRPr>
            </a:lvl7pPr>
            <a:lvl8pPr algn="l">
              <a:defRPr sz="2025" b="0">
                <a:solidFill>
                  <a:srgbClr val="586C6D"/>
                </a:solidFill>
                <a:latin typeface="Arial"/>
                <a:ea typeface="Arial"/>
                <a:cs typeface="Arial"/>
              </a:defRPr>
            </a:lvl8pPr>
            <a:lvl9pPr algn="l">
              <a:defRPr sz="2025" b="0">
                <a:solidFill>
                  <a:srgbClr val="586C6D"/>
                </a:solidFill>
                <a:latin typeface="Arial"/>
                <a:ea typeface="Arial"/>
                <a:cs typeface="Arial"/>
              </a:defRPr>
            </a:lvl9pPr>
          </a:lstStyle>
          <a:p xmlns:a="http://schemas.openxmlformats.org/drawingml/2006/main">
            <a:pPr algn="l">
              <a:lnSpc>
                <a:spcPct val="108000"/>
              </a:lnSpc>
              <a:buNone/>
              <a:defRPr sz="2025" b="0">
                <a:solidFill>
                  <a:srgbClr val="586C6D"/>
                </a:solidFill>
                <a:latin typeface="Arial"/>
                <a:ea typeface="Arial"/>
                <a:cs typeface="Arial"/>
              </a:defRPr>
            </a:pPr>
            <a:r>
              <a:rPr sz="2025" b="0">
                <a:solidFill>
                  <a:srgbClr val="586C6D"/>
                </a:solidFill>
                <a:latin typeface="Arial"/>
                <a:ea typeface="Arial"/>
                <a:cs typeface="Arial"/>
              </a:rPr>
              <a:t>мин ходьбы</a:t>
            </a:r>
          </a:p>
        </p:txBody>
      </p:sp>
      <p:sp>
        <p:nvSpPr>
          <p:cNvPr id="7" name="">
            <a:extLst xmlns:a="http://schemas.openxmlformats.org/drawingml/2006/main">
              <a:ext uri="{FF2B5EF4-FFF2-40B4-BE49-F238E27FC236}">
                <a16:creationId xmlns:a16="http://schemas.microsoft.com/office/drawing/2014/main" id="{DD536E33-D3B1-41C7-B8BF-F8A920C3A13C}"/>
              </a:ext>
            </a:extLst>
          </p:cNvPr>
          <p:cNvSpPr>
            <a:spLocks xmlns:a="http://schemas.openxmlformats.org/drawingml/2006/main" noGrp="1"/>
          </p:cNvSpPr>
          <p:nvPr/>
        </p:nvSpPr>
        <p:spPr>
          <a:xfrm xmlns:a="http://schemas.openxmlformats.org/drawingml/2006/main">
            <a:off x="666750" y="62769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75A63"/>
                </a:solidFill>
                <a:latin typeface="Arial"/>
                <a:ea typeface="Arial"/>
                <a:cs typeface="Arial"/>
              </a:defRPr>
            </a:defPPr>
            <a:lvl1pPr algn="l">
              <a:defRPr sz="1950" b="0">
                <a:solidFill>
                  <a:srgbClr val="075A63"/>
                </a:solidFill>
                <a:latin typeface="Arial"/>
                <a:ea typeface="Arial"/>
                <a:cs typeface="Arial"/>
              </a:defRPr>
            </a:lvl1pPr>
            <a:lvl2pPr algn="l">
              <a:defRPr sz="1950" b="0">
                <a:solidFill>
                  <a:srgbClr val="075A63"/>
                </a:solidFill>
                <a:latin typeface="Arial"/>
                <a:ea typeface="Arial"/>
                <a:cs typeface="Arial"/>
              </a:defRPr>
            </a:lvl2pPr>
            <a:lvl3pPr algn="l">
              <a:defRPr sz="1950" b="0">
                <a:solidFill>
                  <a:srgbClr val="075A63"/>
                </a:solidFill>
                <a:latin typeface="Arial"/>
                <a:ea typeface="Arial"/>
                <a:cs typeface="Arial"/>
              </a:defRPr>
            </a:lvl3pPr>
            <a:lvl4pPr algn="l">
              <a:defRPr sz="1950" b="0">
                <a:solidFill>
                  <a:srgbClr val="075A63"/>
                </a:solidFill>
                <a:latin typeface="Arial"/>
                <a:ea typeface="Arial"/>
                <a:cs typeface="Arial"/>
              </a:defRPr>
            </a:lvl4pPr>
            <a:lvl5pPr algn="l">
              <a:defRPr sz="1950" b="0">
                <a:solidFill>
                  <a:srgbClr val="075A63"/>
                </a:solidFill>
                <a:latin typeface="Arial"/>
                <a:ea typeface="Arial"/>
                <a:cs typeface="Arial"/>
              </a:defRPr>
            </a:lvl5pPr>
            <a:lvl6pPr algn="l">
              <a:defRPr sz="1950" b="0">
                <a:solidFill>
                  <a:srgbClr val="075A63"/>
                </a:solidFill>
                <a:latin typeface="Arial"/>
                <a:ea typeface="Arial"/>
                <a:cs typeface="Arial"/>
              </a:defRPr>
            </a:lvl6pPr>
            <a:lvl7pPr algn="l">
              <a:defRPr sz="1950" b="0">
                <a:solidFill>
                  <a:srgbClr val="075A63"/>
                </a:solidFill>
                <a:latin typeface="Arial"/>
                <a:ea typeface="Arial"/>
                <a:cs typeface="Arial"/>
              </a:defRPr>
            </a:lvl7pPr>
            <a:lvl8pPr algn="l">
              <a:defRPr sz="1950" b="0">
                <a:solidFill>
                  <a:srgbClr val="075A63"/>
                </a:solidFill>
                <a:latin typeface="Arial"/>
                <a:ea typeface="Arial"/>
                <a:cs typeface="Arial"/>
              </a:defRPr>
            </a:lvl8pPr>
            <a:lvl9pPr algn="l">
              <a:defRPr sz="1950" b="0">
                <a:solidFill>
                  <a:srgbClr val="075A63"/>
                </a:solidFill>
                <a:latin typeface="Arial"/>
                <a:ea typeface="Arial"/>
                <a:cs typeface="Arial"/>
              </a:defRPr>
            </a:lvl9pPr>
          </a:lstStyle>
          <a:p xmlns:a="http://schemas.openxmlformats.org/drawingml/2006/main">
            <a:pPr algn="l">
              <a:lnSpc>
                <a:spcPct val="108000"/>
              </a:lnSpc>
              <a:buNone/>
              <a:defRPr sz="1950" b="0">
                <a:solidFill>
                  <a:srgbClr val="075A63"/>
                </a:solidFill>
                <a:latin typeface="Arial"/>
                <a:ea typeface="Arial"/>
                <a:cs typeface="Arial"/>
              </a:defRPr>
            </a:pPr>
            <a:r>
              <a:rPr sz="1950" b="0">
                <a:solidFill>
                  <a:srgbClr val="075A63"/>
                </a:solidFill>
                <a:latin typeface="Arial"/>
                <a:ea typeface="Arial"/>
                <a:cs typeface="Arial"/>
              </a:rPr>
              <a:t>Парк влюблённых: 85 минут. Ближний сквер: 55 минут.</a:t>
            </a:r>
          </a:p>
        </p:txBody>
      </p:sp>
    </p:spTree>
    <p:extLst>
      <p:ext uri="{BB962C8B-B14F-4D97-AF65-F5344CB8AC3E}">
        <p14:creationId xmlns:p14="http://schemas.microsoft.com/office/powerpoint/2010/main" val="1166667802"/>
      </p:ext>
    </p:extLst>
  </p:cSld>
</p:sld>
</file>

<file path=ppt/slides/slide4.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5AE217-5F33-46F4-8CD0-648DD14FC963}"/>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Открытие в Парке влюблённых</a:t>
            </a:r>
          </a:p>
        </p:txBody>
      </p:sp>
      <p:pic>
        <p:nvPicPr>
          <p:cNvPr id="2" name="">
            <a:extLst xmlns:a="http://schemas.openxmlformats.org/drawingml/2006/main">
              <a:ext uri="{FF2B5EF4-FFF2-40B4-BE49-F238E27FC236}">
                <a16:creationId xmlns:a16="http://schemas.microsoft.com/office/drawing/2014/main" id="{A53E9426-03F6-408F-9E0C-BDC43D81B18C}"/>
              </a:ext>
            </a:extLst>
          </p:cNvPr>
          <p:cNvPicPr>
            <a:picLocks xmlns:a="http://schemas.openxmlformats.org/drawingml/2006/main" noChangeAspect="1"/>
          </p:cNvPicPr>
          <p:nvPr/>
        </p:nvPicPr>
        <p:blipFill>
          <a:blip xmlns:r="http://schemas.openxmlformats.org/officeDocument/2006/relationships" xmlns:a="http://schemas.openxmlformats.org/drawingml/2006/main" r:embed="Re237c03ba0b64a78"/>
          <a:srcRect xmlns:a="http://schemas.openxmlformats.org/drawingml/2006/main" l="5000" t="41111" r="51719" b="3333"/>
          <a:stretch xmlns:a="http://schemas.openxmlformats.org/drawingml/2006/main"/>
        </p:blipFill>
        <p:spPr>
          <a:xfrm xmlns:a="http://schemas.openxmlformats.org/drawingml/2006/main">
            <a:off x="609600" y="1619250"/>
            <a:ext cx="6334125" cy="4572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C986C024-7D23-4D7D-9B23-E1EECC18E079}"/>
              </a:ext>
            </a:extLst>
          </p:cNvPr>
          <p:cNvSpPr>
            <a:spLocks xmlns:a="http://schemas.openxmlformats.org/drawingml/2006/main" noGrp="1"/>
          </p:cNvSpPr>
          <p:nvPr/>
        </p:nvSpPr>
        <p:spPr>
          <a:xfrm xmlns:a="http://schemas.openxmlformats.org/drawingml/2006/main">
            <a:off x="8610600" y="1600200"/>
            <a:ext cx="285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375" b="0">
                <a:solidFill>
                  <a:srgbClr val="CA5B37"/>
                </a:solidFill>
                <a:latin typeface="Georgia"/>
                <a:ea typeface="Georgia"/>
                <a:cs typeface="Georgia"/>
              </a:defRPr>
            </a:defPPr>
            <a:lvl1pPr algn="l">
              <a:defRPr sz="6375" b="0">
                <a:solidFill>
                  <a:srgbClr val="CA5B37"/>
                </a:solidFill>
                <a:latin typeface="Georgia"/>
                <a:ea typeface="Georgia"/>
                <a:cs typeface="Georgia"/>
              </a:defRPr>
            </a:lvl1pPr>
            <a:lvl2pPr algn="l">
              <a:defRPr sz="6375" b="0">
                <a:solidFill>
                  <a:srgbClr val="CA5B37"/>
                </a:solidFill>
                <a:latin typeface="Georgia"/>
                <a:ea typeface="Georgia"/>
                <a:cs typeface="Georgia"/>
              </a:defRPr>
            </a:lvl2pPr>
            <a:lvl3pPr algn="l">
              <a:defRPr sz="6375" b="0">
                <a:solidFill>
                  <a:srgbClr val="CA5B37"/>
                </a:solidFill>
                <a:latin typeface="Georgia"/>
                <a:ea typeface="Georgia"/>
                <a:cs typeface="Georgia"/>
              </a:defRPr>
            </a:lvl3pPr>
            <a:lvl4pPr algn="l">
              <a:defRPr sz="6375" b="0">
                <a:solidFill>
                  <a:srgbClr val="CA5B37"/>
                </a:solidFill>
                <a:latin typeface="Georgia"/>
                <a:ea typeface="Georgia"/>
                <a:cs typeface="Georgia"/>
              </a:defRPr>
            </a:lvl4pPr>
            <a:lvl5pPr algn="l">
              <a:defRPr sz="6375" b="0">
                <a:solidFill>
                  <a:srgbClr val="CA5B37"/>
                </a:solidFill>
                <a:latin typeface="Georgia"/>
                <a:ea typeface="Georgia"/>
                <a:cs typeface="Georgia"/>
              </a:defRPr>
            </a:lvl5pPr>
            <a:lvl6pPr algn="l">
              <a:defRPr sz="6375" b="0">
                <a:solidFill>
                  <a:srgbClr val="CA5B37"/>
                </a:solidFill>
                <a:latin typeface="Georgia"/>
                <a:ea typeface="Georgia"/>
                <a:cs typeface="Georgia"/>
              </a:defRPr>
            </a:lvl6pPr>
            <a:lvl7pPr algn="l">
              <a:defRPr sz="6375" b="0">
                <a:solidFill>
                  <a:srgbClr val="CA5B37"/>
                </a:solidFill>
                <a:latin typeface="Georgia"/>
                <a:ea typeface="Georgia"/>
                <a:cs typeface="Georgia"/>
              </a:defRPr>
            </a:lvl7pPr>
            <a:lvl8pPr algn="l">
              <a:defRPr sz="6375" b="0">
                <a:solidFill>
                  <a:srgbClr val="CA5B37"/>
                </a:solidFill>
                <a:latin typeface="Georgia"/>
                <a:ea typeface="Georgia"/>
                <a:cs typeface="Georgia"/>
              </a:defRPr>
            </a:lvl8pPr>
            <a:lvl9pPr algn="l">
              <a:defRPr sz="6375" b="0">
                <a:solidFill>
                  <a:srgbClr val="CA5B37"/>
                </a:solidFill>
                <a:latin typeface="Georgia"/>
                <a:ea typeface="Georgia"/>
                <a:cs typeface="Georgia"/>
              </a:defRPr>
            </a:lvl9pPr>
          </a:lstStyle>
          <a:p xmlns:a="http://schemas.openxmlformats.org/drawingml/2006/main">
            <a:pPr algn="l">
              <a:lnSpc>
                <a:spcPct val="108000"/>
              </a:lnSpc>
              <a:buNone/>
              <a:defRPr sz="6375" b="0">
                <a:solidFill>
                  <a:srgbClr val="CA5B37"/>
                </a:solidFill>
                <a:latin typeface="Georgia"/>
                <a:ea typeface="Georgia"/>
                <a:cs typeface="Georgia"/>
              </a:defRPr>
            </a:pPr>
            <a:r>
              <a:rPr sz="6375" b="0">
                <a:solidFill>
                  <a:srgbClr val="CA5B37"/>
                </a:solidFill>
                <a:latin typeface="Georgia"/>
                <a:ea typeface="Georgia"/>
                <a:cs typeface="Georgia"/>
              </a:rPr>
              <a:t>10</a:t>
            </a:r>
          </a:p>
        </p:txBody>
      </p:sp>
      <p:sp>
        <p:nvSpPr>
          <p:cNvPr id="4" name="">
            <a:extLst xmlns:a="http://schemas.openxmlformats.org/drawingml/2006/main">
              <a:ext uri="{FF2B5EF4-FFF2-40B4-BE49-F238E27FC236}">
                <a16:creationId xmlns:a16="http://schemas.microsoft.com/office/drawing/2014/main" id="{4522E1ED-5005-41FB-BE66-83CEC7256C5F}"/>
              </a:ext>
            </a:extLst>
          </p:cNvPr>
          <p:cNvSpPr>
            <a:spLocks xmlns:a="http://schemas.openxmlformats.org/drawingml/2006/main" noGrp="1"/>
          </p:cNvSpPr>
          <p:nvPr/>
        </p:nvSpPr>
        <p:spPr>
          <a:xfrm xmlns:a="http://schemas.openxmlformats.org/drawingml/2006/main">
            <a:off x="8648700" y="2638425"/>
            <a:ext cx="2933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75A63"/>
                </a:solidFill>
                <a:latin typeface="Arial"/>
                <a:ea typeface="Arial"/>
                <a:cs typeface="Arial"/>
              </a:defRPr>
            </a:defPPr>
            <a:lvl1pPr algn="l">
              <a:defRPr sz="2025" b="0">
                <a:solidFill>
                  <a:srgbClr val="075A63"/>
                </a:solidFill>
                <a:latin typeface="Arial"/>
                <a:ea typeface="Arial"/>
                <a:cs typeface="Arial"/>
              </a:defRPr>
            </a:lvl1pPr>
            <a:lvl2pPr algn="l">
              <a:defRPr sz="2025" b="0">
                <a:solidFill>
                  <a:srgbClr val="075A63"/>
                </a:solidFill>
                <a:latin typeface="Arial"/>
                <a:ea typeface="Arial"/>
                <a:cs typeface="Arial"/>
              </a:defRPr>
            </a:lvl2pPr>
            <a:lvl3pPr algn="l">
              <a:defRPr sz="2025" b="0">
                <a:solidFill>
                  <a:srgbClr val="075A63"/>
                </a:solidFill>
                <a:latin typeface="Arial"/>
                <a:ea typeface="Arial"/>
                <a:cs typeface="Arial"/>
              </a:defRPr>
            </a:lvl3pPr>
            <a:lvl4pPr algn="l">
              <a:defRPr sz="2025" b="0">
                <a:solidFill>
                  <a:srgbClr val="075A63"/>
                </a:solidFill>
                <a:latin typeface="Arial"/>
                <a:ea typeface="Arial"/>
                <a:cs typeface="Arial"/>
              </a:defRPr>
            </a:lvl4pPr>
            <a:lvl5pPr algn="l">
              <a:defRPr sz="2025" b="0">
                <a:solidFill>
                  <a:srgbClr val="075A63"/>
                </a:solidFill>
                <a:latin typeface="Arial"/>
                <a:ea typeface="Arial"/>
                <a:cs typeface="Arial"/>
              </a:defRPr>
            </a:lvl5pPr>
            <a:lvl6pPr algn="l">
              <a:defRPr sz="2025" b="0">
                <a:solidFill>
                  <a:srgbClr val="075A63"/>
                </a:solidFill>
                <a:latin typeface="Arial"/>
                <a:ea typeface="Arial"/>
                <a:cs typeface="Arial"/>
              </a:defRPr>
            </a:lvl6pPr>
            <a:lvl7pPr algn="l">
              <a:defRPr sz="2025" b="0">
                <a:solidFill>
                  <a:srgbClr val="075A63"/>
                </a:solidFill>
                <a:latin typeface="Arial"/>
                <a:ea typeface="Arial"/>
                <a:cs typeface="Arial"/>
              </a:defRPr>
            </a:lvl7pPr>
            <a:lvl8pPr algn="l">
              <a:defRPr sz="2025" b="0">
                <a:solidFill>
                  <a:srgbClr val="075A63"/>
                </a:solidFill>
                <a:latin typeface="Arial"/>
                <a:ea typeface="Arial"/>
                <a:cs typeface="Arial"/>
              </a:defRPr>
            </a:lvl8pPr>
            <a:lvl9pPr algn="l">
              <a:defRPr sz="2025" b="0">
                <a:solidFill>
                  <a:srgbClr val="075A63"/>
                </a:solidFill>
                <a:latin typeface="Arial"/>
                <a:ea typeface="Arial"/>
                <a:cs typeface="Arial"/>
              </a:defRPr>
            </a:lvl9pPr>
          </a:lstStyle>
          <a:p xmlns:a="http://schemas.openxmlformats.org/drawingml/2006/main">
            <a:pPr algn="l">
              <a:lnSpc>
                <a:spcPct val="108000"/>
              </a:lnSpc>
              <a:buNone/>
              <a:defRPr sz="2025" b="0">
                <a:solidFill>
                  <a:srgbClr val="075A63"/>
                </a:solidFill>
                <a:latin typeface="Arial"/>
                <a:ea typeface="Arial"/>
                <a:cs typeface="Arial"/>
              </a:defRPr>
            </a:pPr>
            <a:r>
              <a:rPr sz="2025" b="0">
                <a:solidFill>
                  <a:srgbClr val="075A63"/>
                </a:solidFill>
                <a:latin typeface="Arial"/>
                <a:ea typeface="Arial"/>
                <a:cs typeface="Arial"/>
              </a:rPr>
              <a:t>мест с источниками</a:t>
            </a:r>
          </a:p>
        </p:txBody>
      </p:sp>
      <p:sp>
        <p:nvSpPr>
          <p:cNvPr id="5" name="">
            <a:extLst xmlns:a="http://schemas.openxmlformats.org/drawingml/2006/main">
              <a:ext uri="{FF2B5EF4-FFF2-40B4-BE49-F238E27FC236}">
                <a16:creationId xmlns:a16="http://schemas.microsoft.com/office/drawing/2014/main" id="{D9D243DF-C56A-4595-B109-02D572D024D3}"/>
              </a:ext>
            </a:extLst>
          </p:cNvPr>
          <p:cNvSpPr>
            <a:spLocks xmlns:a="http://schemas.openxmlformats.org/drawingml/2006/main" noGrp="1"/>
          </p:cNvSpPr>
          <p:nvPr/>
        </p:nvSpPr>
        <p:spPr>
          <a:xfrm xmlns:a="http://schemas.openxmlformats.org/drawingml/2006/main">
            <a:off x="8610600" y="3562350"/>
            <a:ext cx="285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375" b="0">
                <a:solidFill>
                  <a:srgbClr val="CA5B37"/>
                </a:solidFill>
                <a:latin typeface="Georgia"/>
                <a:ea typeface="Georgia"/>
                <a:cs typeface="Georgia"/>
              </a:defRPr>
            </a:defPPr>
            <a:lvl1pPr algn="l">
              <a:defRPr sz="6375" b="0">
                <a:solidFill>
                  <a:srgbClr val="CA5B37"/>
                </a:solidFill>
                <a:latin typeface="Georgia"/>
                <a:ea typeface="Georgia"/>
                <a:cs typeface="Georgia"/>
              </a:defRPr>
            </a:lvl1pPr>
            <a:lvl2pPr algn="l">
              <a:defRPr sz="6375" b="0">
                <a:solidFill>
                  <a:srgbClr val="CA5B37"/>
                </a:solidFill>
                <a:latin typeface="Georgia"/>
                <a:ea typeface="Georgia"/>
                <a:cs typeface="Georgia"/>
              </a:defRPr>
            </a:lvl2pPr>
            <a:lvl3pPr algn="l">
              <a:defRPr sz="6375" b="0">
                <a:solidFill>
                  <a:srgbClr val="CA5B37"/>
                </a:solidFill>
                <a:latin typeface="Georgia"/>
                <a:ea typeface="Georgia"/>
                <a:cs typeface="Georgia"/>
              </a:defRPr>
            </a:lvl3pPr>
            <a:lvl4pPr algn="l">
              <a:defRPr sz="6375" b="0">
                <a:solidFill>
                  <a:srgbClr val="CA5B37"/>
                </a:solidFill>
                <a:latin typeface="Georgia"/>
                <a:ea typeface="Georgia"/>
                <a:cs typeface="Georgia"/>
              </a:defRPr>
            </a:lvl4pPr>
            <a:lvl5pPr algn="l">
              <a:defRPr sz="6375" b="0">
                <a:solidFill>
                  <a:srgbClr val="CA5B37"/>
                </a:solidFill>
                <a:latin typeface="Georgia"/>
                <a:ea typeface="Georgia"/>
                <a:cs typeface="Georgia"/>
              </a:defRPr>
            </a:lvl5pPr>
            <a:lvl6pPr algn="l">
              <a:defRPr sz="6375" b="0">
                <a:solidFill>
                  <a:srgbClr val="CA5B37"/>
                </a:solidFill>
                <a:latin typeface="Georgia"/>
                <a:ea typeface="Georgia"/>
                <a:cs typeface="Georgia"/>
              </a:defRPr>
            </a:lvl6pPr>
            <a:lvl7pPr algn="l">
              <a:defRPr sz="6375" b="0">
                <a:solidFill>
                  <a:srgbClr val="CA5B37"/>
                </a:solidFill>
                <a:latin typeface="Georgia"/>
                <a:ea typeface="Georgia"/>
                <a:cs typeface="Georgia"/>
              </a:defRPr>
            </a:lvl7pPr>
            <a:lvl8pPr algn="l">
              <a:defRPr sz="6375" b="0">
                <a:solidFill>
                  <a:srgbClr val="CA5B37"/>
                </a:solidFill>
                <a:latin typeface="Georgia"/>
                <a:ea typeface="Georgia"/>
                <a:cs typeface="Georgia"/>
              </a:defRPr>
            </a:lvl8pPr>
            <a:lvl9pPr algn="l">
              <a:defRPr sz="6375" b="0">
                <a:solidFill>
                  <a:srgbClr val="CA5B37"/>
                </a:solidFill>
                <a:latin typeface="Georgia"/>
                <a:ea typeface="Georgia"/>
                <a:cs typeface="Georgia"/>
              </a:defRPr>
            </a:lvl9pPr>
          </a:lstStyle>
          <a:p xmlns:a="http://schemas.openxmlformats.org/drawingml/2006/main">
            <a:pPr algn="l">
              <a:lnSpc>
                <a:spcPct val="108000"/>
              </a:lnSpc>
              <a:buNone/>
              <a:defRPr sz="6375" b="0">
                <a:solidFill>
                  <a:srgbClr val="CA5B37"/>
                </a:solidFill>
                <a:latin typeface="Georgia"/>
                <a:ea typeface="Georgia"/>
                <a:cs typeface="Georgia"/>
              </a:defRPr>
            </a:pPr>
            <a:r>
              <a:rPr sz="6375" b="0">
                <a:solidFill>
                  <a:srgbClr val="CA5B37"/>
                </a:solidFill>
                <a:latin typeface="Georgia"/>
                <a:ea typeface="Georgia"/>
                <a:cs typeface="Georgia"/>
              </a:rPr>
              <a:t>18</a:t>
            </a:r>
          </a:p>
        </p:txBody>
      </p:sp>
      <p:sp>
        <p:nvSpPr>
          <p:cNvPr id="6" name="">
            <a:extLst xmlns:a="http://schemas.openxmlformats.org/drawingml/2006/main">
              <a:ext uri="{FF2B5EF4-FFF2-40B4-BE49-F238E27FC236}">
                <a16:creationId xmlns:a16="http://schemas.microsoft.com/office/drawing/2014/main" id="{CC7B9CF8-8A04-44E9-B41D-1EA49E2801C1}"/>
              </a:ext>
            </a:extLst>
          </p:cNvPr>
          <p:cNvSpPr>
            <a:spLocks xmlns:a="http://schemas.openxmlformats.org/drawingml/2006/main" noGrp="1"/>
          </p:cNvSpPr>
          <p:nvPr/>
        </p:nvSpPr>
        <p:spPr>
          <a:xfrm xmlns:a="http://schemas.openxmlformats.org/drawingml/2006/main">
            <a:off x="8648700" y="4600575"/>
            <a:ext cx="29337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75A63"/>
                </a:solidFill>
                <a:latin typeface="Arial"/>
                <a:ea typeface="Arial"/>
                <a:cs typeface="Arial"/>
              </a:defRPr>
            </a:defPPr>
            <a:lvl1pPr algn="l">
              <a:defRPr sz="2025" b="0">
                <a:solidFill>
                  <a:srgbClr val="075A63"/>
                </a:solidFill>
                <a:latin typeface="Arial"/>
                <a:ea typeface="Arial"/>
                <a:cs typeface="Arial"/>
              </a:defRPr>
            </a:lvl1pPr>
            <a:lvl2pPr algn="l">
              <a:defRPr sz="2025" b="0">
                <a:solidFill>
                  <a:srgbClr val="075A63"/>
                </a:solidFill>
                <a:latin typeface="Arial"/>
                <a:ea typeface="Arial"/>
                <a:cs typeface="Arial"/>
              </a:defRPr>
            </a:lvl2pPr>
            <a:lvl3pPr algn="l">
              <a:defRPr sz="2025" b="0">
                <a:solidFill>
                  <a:srgbClr val="075A63"/>
                </a:solidFill>
                <a:latin typeface="Arial"/>
                <a:ea typeface="Arial"/>
                <a:cs typeface="Arial"/>
              </a:defRPr>
            </a:lvl3pPr>
            <a:lvl4pPr algn="l">
              <a:defRPr sz="2025" b="0">
                <a:solidFill>
                  <a:srgbClr val="075A63"/>
                </a:solidFill>
                <a:latin typeface="Arial"/>
                <a:ea typeface="Arial"/>
                <a:cs typeface="Arial"/>
              </a:defRPr>
            </a:lvl4pPr>
            <a:lvl5pPr algn="l">
              <a:defRPr sz="2025" b="0">
                <a:solidFill>
                  <a:srgbClr val="075A63"/>
                </a:solidFill>
                <a:latin typeface="Arial"/>
                <a:ea typeface="Arial"/>
                <a:cs typeface="Arial"/>
              </a:defRPr>
            </a:lvl5pPr>
            <a:lvl6pPr algn="l">
              <a:defRPr sz="2025" b="0">
                <a:solidFill>
                  <a:srgbClr val="075A63"/>
                </a:solidFill>
                <a:latin typeface="Arial"/>
                <a:ea typeface="Arial"/>
                <a:cs typeface="Arial"/>
              </a:defRPr>
            </a:lvl6pPr>
            <a:lvl7pPr algn="l">
              <a:defRPr sz="2025" b="0">
                <a:solidFill>
                  <a:srgbClr val="075A63"/>
                </a:solidFill>
                <a:latin typeface="Arial"/>
                <a:ea typeface="Arial"/>
                <a:cs typeface="Arial"/>
              </a:defRPr>
            </a:lvl7pPr>
            <a:lvl8pPr algn="l">
              <a:defRPr sz="2025" b="0">
                <a:solidFill>
                  <a:srgbClr val="075A63"/>
                </a:solidFill>
                <a:latin typeface="Arial"/>
                <a:ea typeface="Arial"/>
                <a:cs typeface="Arial"/>
              </a:defRPr>
            </a:lvl8pPr>
            <a:lvl9pPr algn="l">
              <a:defRPr sz="2025" b="0">
                <a:solidFill>
                  <a:srgbClr val="075A63"/>
                </a:solidFill>
                <a:latin typeface="Arial"/>
                <a:ea typeface="Arial"/>
                <a:cs typeface="Arial"/>
              </a:defRPr>
            </a:lvl9pPr>
          </a:lstStyle>
          <a:p xmlns:a="http://schemas.openxmlformats.org/drawingml/2006/main">
            <a:pPr algn="l">
              <a:lnSpc>
                <a:spcPct val="108000"/>
              </a:lnSpc>
              <a:buNone/>
              <a:defRPr sz="2025" b="0">
                <a:solidFill>
                  <a:srgbClr val="075A63"/>
                </a:solidFill>
                <a:latin typeface="Arial"/>
                <a:ea typeface="Arial"/>
                <a:cs typeface="Arial"/>
              </a:defRPr>
            </a:pPr>
            <a:r>
              <a:rPr sz="2025" b="0">
                <a:solidFill>
                  <a:srgbClr val="075A63"/>
                </a:solidFill>
                <a:latin typeface="Arial"/>
                <a:ea typeface="Arial"/>
                <a:cs typeface="Arial"/>
              </a:rPr>
              <a:t>коротких фактов</a:t>
            </a:r>
          </a:p>
        </p:txBody>
      </p:sp>
      <p:sp>
        <p:nvSpPr>
          <p:cNvPr id="7" name="">
            <a:extLst xmlns:a="http://schemas.openxmlformats.org/drawingml/2006/main">
              <a:ext uri="{FF2B5EF4-FFF2-40B4-BE49-F238E27FC236}">
                <a16:creationId xmlns:a16="http://schemas.microsoft.com/office/drawing/2014/main" id="{016CB570-EED5-4C1C-9215-FAEC74BA489A}"/>
              </a:ext>
            </a:extLst>
          </p:cNvPr>
          <p:cNvSpPr>
            <a:spLocks xmlns:a="http://schemas.openxmlformats.org/drawingml/2006/main" noGrp="1"/>
          </p:cNvSpPr>
          <p:nvPr/>
        </p:nvSpPr>
        <p:spPr>
          <a:xfrm xmlns:a="http://schemas.openxmlformats.org/drawingml/2006/main">
            <a:off x="666750" y="62769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86C6D"/>
                </a:solidFill>
                <a:latin typeface="Arial"/>
                <a:ea typeface="Arial"/>
                <a:cs typeface="Arial"/>
              </a:defRPr>
            </a:defPPr>
            <a:lvl1pPr algn="l">
              <a:defRPr sz="1800" b="0">
                <a:solidFill>
                  <a:srgbClr val="586C6D"/>
                </a:solidFill>
                <a:latin typeface="Arial"/>
                <a:ea typeface="Arial"/>
                <a:cs typeface="Arial"/>
              </a:defRPr>
            </a:lvl1pPr>
            <a:lvl2pPr algn="l">
              <a:defRPr sz="1800" b="0">
                <a:solidFill>
                  <a:srgbClr val="586C6D"/>
                </a:solidFill>
                <a:latin typeface="Arial"/>
                <a:ea typeface="Arial"/>
                <a:cs typeface="Arial"/>
              </a:defRPr>
            </a:lvl2pPr>
            <a:lvl3pPr algn="l">
              <a:defRPr sz="1800" b="0">
                <a:solidFill>
                  <a:srgbClr val="586C6D"/>
                </a:solidFill>
                <a:latin typeface="Arial"/>
                <a:ea typeface="Arial"/>
                <a:cs typeface="Arial"/>
              </a:defRPr>
            </a:lvl3pPr>
            <a:lvl4pPr algn="l">
              <a:defRPr sz="1800" b="0">
                <a:solidFill>
                  <a:srgbClr val="586C6D"/>
                </a:solidFill>
                <a:latin typeface="Arial"/>
                <a:ea typeface="Arial"/>
                <a:cs typeface="Arial"/>
              </a:defRPr>
            </a:lvl4pPr>
            <a:lvl5pPr algn="l">
              <a:defRPr sz="1800" b="0">
                <a:solidFill>
                  <a:srgbClr val="586C6D"/>
                </a:solidFill>
                <a:latin typeface="Arial"/>
                <a:ea typeface="Arial"/>
                <a:cs typeface="Arial"/>
              </a:defRPr>
            </a:lvl5pPr>
            <a:lvl6pPr algn="l">
              <a:defRPr sz="1800" b="0">
                <a:solidFill>
                  <a:srgbClr val="586C6D"/>
                </a:solidFill>
                <a:latin typeface="Arial"/>
                <a:ea typeface="Arial"/>
                <a:cs typeface="Arial"/>
              </a:defRPr>
            </a:lvl6pPr>
            <a:lvl7pPr algn="l">
              <a:defRPr sz="1800" b="0">
                <a:solidFill>
                  <a:srgbClr val="586C6D"/>
                </a:solidFill>
                <a:latin typeface="Arial"/>
                <a:ea typeface="Arial"/>
                <a:cs typeface="Arial"/>
              </a:defRPr>
            </a:lvl7pPr>
            <a:lvl8pPr algn="l">
              <a:defRPr sz="1800" b="0">
                <a:solidFill>
                  <a:srgbClr val="586C6D"/>
                </a:solidFill>
                <a:latin typeface="Arial"/>
                <a:ea typeface="Arial"/>
                <a:cs typeface="Arial"/>
              </a:defRPr>
            </a:lvl8pPr>
            <a:lvl9pPr algn="l">
              <a:defRPr sz="1800" b="0">
                <a:solidFill>
                  <a:srgbClr val="586C6D"/>
                </a:solidFill>
                <a:latin typeface="Arial"/>
                <a:ea typeface="Arial"/>
                <a:cs typeface="Arial"/>
              </a:defRPr>
            </a:lvl9pPr>
          </a:lstStyle>
          <a:p xmlns:a="http://schemas.openxmlformats.org/drawingml/2006/main">
            <a:pPr algn="l">
              <a:lnSpc>
                <a:spcPct val="108000"/>
              </a:lnSpc>
              <a:buNone/>
              <a:defRPr sz="1800" b="0">
                <a:solidFill>
                  <a:srgbClr val="586C6D"/>
                </a:solidFill>
                <a:latin typeface="Arial"/>
                <a:ea typeface="Arial"/>
                <a:cs typeface="Arial"/>
              </a:defRPr>
            </a:pPr>
            <a:r>
              <a:rPr sz="1800" b="0">
                <a:solidFill>
                  <a:srgbClr val="586C6D"/>
                </a:solidFill>
                <a:latin typeface="Arial"/>
                <a:ea typeface="Arial"/>
                <a:cs typeface="Arial"/>
              </a:rPr>
              <a:t>4 отдельные идеи наблюдения. Часы и доступ не следуют из исторического факта.</a:t>
            </a:r>
          </a:p>
        </p:txBody>
      </p:sp>
    </p:spTree>
    <p:extLst>
      <p:ext uri="{BB962C8B-B14F-4D97-AF65-F5344CB8AC3E}">
        <p14:creationId xmlns:p14="http://schemas.microsoft.com/office/powerpoint/2010/main" val="1247879791"/>
      </p:ext>
    </p:extLst>
  </p:cSld>
</p:sld>
</file>

<file path=ppt/slides/slide5.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D6FB315-B3EC-48AA-BD04-A013C550A894}"/>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Встречу перенесли раньше</a:t>
            </a:r>
          </a:p>
        </p:txBody>
      </p:sp>
      <p:sp>
        <p:nvSpPr>
          <p:cNvPr id="2" name="">
            <a:extLst xmlns:a="http://schemas.openxmlformats.org/drawingml/2006/main">
              <a:ext uri="{FF2B5EF4-FFF2-40B4-BE49-F238E27FC236}">
                <a16:creationId xmlns:a16="http://schemas.microsoft.com/office/drawing/2014/main" id="{362DB25A-E1BF-4DF7-BF52-F531BB208850}"/>
              </a:ext>
            </a:extLst>
          </p:cNvPr>
          <p:cNvSpPr>
            <a:spLocks xmlns:a="http://schemas.openxmlformats.org/drawingml/2006/main" noGrp="1"/>
          </p:cNvSpPr>
          <p:nvPr/>
        </p:nvSpPr>
        <p:spPr>
          <a:xfrm xmlns:a="http://schemas.openxmlformats.org/drawingml/2006/main">
            <a:off x="619125" y="1666875"/>
            <a:ext cx="85915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0">
                <a:solidFill>
                  <a:srgbClr val="075A63"/>
                </a:solidFill>
                <a:latin typeface="Georgia"/>
                <a:ea typeface="Georgia"/>
                <a:cs typeface="Georgia"/>
              </a:defRPr>
            </a:defPPr>
            <a:lvl1pPr algn="l">
              <a:defRPr sz="4050" b="0">
                <a:solidFill>
                  <a:srgbClr val="075A63"/>
                </a:solidFill>
                <a:latin typeface="Georgia"/>
                <a:ea typeface="Georgia"/>
                <a:cs typeface="Georgia"/>
              </a:defRPr>
            </a:lvl1pPr>
            <a:lvl2pPr algn="l">
              <a:defRPr sz="4050" b="0">
                <a:solidFill>
                  <a:srgbClr val="075A63"/>
                </a:solidFill>
                <a:latin typeface="Georgia"/>
                <a:ea typeface="Georgia"/>
                <a:cs typeface="Georgia"/>
              </a:defRPr>
            </a:lvl2pPr>
            <a:lvl3pPr algn="l">
              <a:defRPr sz="4050" b="0">
                <a:solidFill>
                  <a:srgbClr val="075A63"/>
                </a:solidFill>
                <a:latin typeface="Georgia"/>
                <a:ea typeface="Georgia"/>
                <a:cs typeface="Georgia"/>
              </a:defRPr>
            </a:lvl3pPr>
            <a:lvl4pPr algn="l">
              <a:defRPr sz="4050" b="0">
                <a:solidFill>
                  <a:srgbClr val="075A63"/>
                </a:solidFill>
                <a:latin typeface="Georgia"/>
                <a:ea typeface="Georgia"/>
                <a:cs typeface="Georgia"/>
              </a:defRPr>
            </a:lvl4pPr>
            <a:lvl5pPr algn="l">
              <a:defRPr sz="4050" b="0">
                <a:solidFill>
                  <a:srgbClr val="075A63"/>
                </a:solidFill>
                <a:latin typeface="Georgia"/>
                <a:ea typeface="Georgia"/>
                <a:cs typeface="Georgia"/>
              </a:defRPr>
            </a:lvl5pPr>
            <a:lvl6pPr algn="l">
              <a:defRPr sz="4050" b="0">
                <a:solidFill>
                  <a:srgbClr val="075A63"/>
                </a:solidFill>
                <a:latin typeface="Georgia"/>
                <a:ea typeface="Georgia"/>
                <a:cs typeface="Georgia"/>
              </a:defRPr>
            </a:lvl6pPr>
            <a:lvl7pPr algn="l">
              <a:defRPr sz="4050" b="0">
                <a:solidFill>
                  <a:srgbClr val="075A63"/>
                </a:solidFill>
                <a:latin typeface="Georgia"/>
                <a:ea typeface="Georgia"/>
                <a:cs typeface="Georgia"/>
              </a:defRPr>
            </a:lvl7pPr>
            <a:lvl8pPr algn="l">
              <a:defRPr sz="4050" b="0">
                <a:solidFill>
                  <a:srgbClr val="075A63"/>
                </a:solidFill>
                <a:latin typeface="Georgia"/>
                <a:ea typeface="Georgia"/>
                <a:cs typeface="Georgia"/>
              </a:defRPr>
            </a:lvl8pPr>
            <a:lvl9pPr algn="l">
              <a:defRPr sz="4050" b="0">
                <a:solidFill>
                  <a:srgbClr val="075A63"/>
                </a:solidFill>
                <a:latin typeface="Georgia"/>
                <a:ea typeface="Georgia"/>
                <a:cs typeface="Georgia"/>
              </a:defRPr>
            </a:lvl9pPr>
          </a:lstStyle>
          <a:p xmlns:a="http://schemas.openxmlformats.org/drawingml/2006/main">
            <a:pPr algn="l">
              <a:lnSpc>
                <a:spcPct val="108000"/>
              </a:lnSpc>
              <a:buNone/>
              <a:defRPr sz="4050" b="0">
                <a:solidFill>
                  <a:srgbClr val="075A63"/>
                </a:solidFill>
                <a:latin typeface="Georgia"/>
                <a:ea typeface="Georgia"/>
                <a:cs typeface="Georgia"/>
              </a:defRPr>
            </a:pPr>
            <a:r>
              <a:rPr sz="4050" b="0">
                <a:solidFill>
                  <a:srgbClr val="075A63"/>
                </a:solidFill>
                <a:latin typeface="Georgia"/>
                <a:ea typeface="Georgia"/>
                <a:cs typeface="Georgia"/>
              </a:rPr>
              <a:t>90 минут стали 45</a:t>
            </a:r>
          </a:p>
        </p:txBody>
      </p:sp>
      <p:pic>
        <p:nvPicPr>
          <p:cNvPr id="3" name="">
            <a:extLst xmlns:a="http://schemas.openxmlformats.org/drawingml/2006/main">
              <a:ext uri="{FF2B5EF4-FFF2-40B4-BE49-F238E27FC236}">
                <a16:creationId xmlns:a16="http://schemas.microsoft.com/office/drawing/2014/main" id="{96EF5DA9-8D41-4930-9D3A-F2FE2A99954B}"/>
              </a:ext>
            </a:extLst>
          </p:cNvPr>
          <p:cNvPicPr>
            <a:picLocks xmlns:a="http://schemas.openxmlformats.org/drawingml/2006/main" noChangeAspect="1"/>
          </p:cNvPicPr>
          <p:nvPr/>
        </p:nvPicPr>
        <p:blipFill>
          <a:blip xmlns:r="http://schemas.openxmlformats.org/officeDocument/2006/relationships" xmlns:a="http://schemas.openxmlformats.org/drawingml/2006/main" r:embed="Rac5a4a8f467c41b4"/>
          <a:srcRect xmlns:a="http://schemas.openxmlformats.org/drawingml/2006/main" l="5000" t="77083" r="51719" b="0"/>
          <a:stretch xmlns:a="http://schemas.openxmlformats.org/drawingml/2006/main"/>
        </p:blipFill>
        <p:spPr>
          <a:xfrm xmlns:a="http://schemas.openxmlformats.org/drawingml/2006/main">
            <a:off x="609600" y="2724150"/>
            <a:ext cx="8572500" cy="25527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50BDA7B-0F00-400A-8714-EB81A8FCC0BB}"/>
              </a:ext>
            </a:extLst>
          </p:cNvPr>
          <p:cNvSpPr>
            <a:spLocks xmlns:a="http://schemas.openxmlformats.org/drawingml/2006/main" noGrp="1"/>
          </p:cNvSpPr>
          <p:nvPr/>
        </p:nvSpPr>
        <p:spPr>
          <a:xfrm xmlns:a="http://schemas.openxmlformats.org/drawingml/2006/main">
            <a:off x="9563100" y="2638425"/>
            <a:ext cx="20383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CA5B37"/>
                </a:solidFill>
                <a:latin typeface="Georgia"/>
                <a:ea typeface="Georgia"/>
                <a:cs typeface="Georgia"/>
              </a:defRPr>
            </a:defPPr>
            <a:lvl1pPr algn="l">
              <a:defRPr sz="2550" b="0">
                <a:solidFill>
                  <a:srgbClr val="CA5B37"/>
                </a:solidFill>
                <a:latin typeface="Georgia"/>
                <a:ea typeface="Georgia"/>
                <a:cs typeface="Georgia"/>
              </a:defRPr>
            </a:lvl1pPr>
            <a:lvl2pPr algn="l">
              <a:defRPr sz="2550" b="0">
                <a:solidFill>
                  <a:srgbClr val="CA5B37"/>
                </a:solidFill>
                <a:latin typeface="Georgia"/>
                <a:ea typeface="Georgia"/>
                <a:cs typeface="Georgia"/>
              </a:defRPr>
            </a:lvl2pPr>
            <a:lvl3pPr algn="l">
              <a:defRPr sz="2550" b="0">
                <a:solidFill>
                  <a:srgbClr val="CA5B37"/>
                </a:solidFill>
                <a:latin typeface="Georgia"/>
                <a:ea typeface="Georgia"/>
                <a:cs typeface="Georgia"/>
              </a:defRPr>
            </a:lvl3pPr>
            <a:lvl4pPr algn="l">
              <a:defRPr sz="2550" b="0">
                <a:solidFill>
                  <a:srgbClr val="CA5B37"/>
                </a:solidFill>
                <a:latin typeface="Georgia"/>
                <a:ea typeface="Georgia"/>
                <a:cs typeface="Georgia"/>
              </a:defRPr>
            </a:lvl4pPr>
            <a:lvl5pPr algn="l">
              <a:defRPr sz="2550" b="0">
                <a:solidFill>
                  <a:srgbClr val="CA5B37"/>
                </a:solidFill>
                <a:latin typeface="Georgia"/>
                <a:ea typeface="Georgia"/>
                <a:cs typeface="Georgia"/>
              </a:defRPr>
            </a:lvl5pPr>
            <a:lvl6pPr algn="l">
              <a:defRPr sz="2550" b="0">
                <a:solidFill>
                  <a:srgbClr val="CA5B37"/>
                </a:solidFill>
                <a:latin typeface="Georgia"/>
                <a:ea typeface="Georgia"/>
                <a:cs typeface="Georgia"/>
              </a:defRPr>
            </a:lvl6pPr>
            <a:lvl7pPr algn="l">
              <a:defRPr sz="2550" b="0">
                <a:solidFill>
                  <a:srgbClr val="CA5B37"/>
                </a:solidFill>
                <a:latin typeface="Georgia"/>
                <a:ea typeface="Georgia"/>
                <a:cs typeface="Georgia"/>
              </a:defRPr>
            </a:lvl7pPr>
            <a:lvl8pPr algn="l">
              <a:defRPr sz="2550" b="0">
                <a:solidFill>
                  <a:srgbClr val="CA5B37"/>
                </a:solidFill>
                <a:latin typeface="Georgia"/>
                <a:ea typeface="Georgia"/>
                <a:cs typeface="Georgia"/>
              </a:defRPr>
            </a:lvl8pPr>
            <a:lvl9pPr algn="l">
              <a:defRPr sz="2550" b="0">
                <a:solidFill>
                  <a:srgbClr val="CA5B37"/>
                </a:solidFill>
                <a:latin typeface="Georgia"/>
                <a:ea typeface="Georgia"/>
                <a:cs typeface="Georgia"/>
              </a:defRPr>
            </a:lvl9pPr>
          </a:lstStyle>
          <a:p xmlns:a="http://schemas.openxmlformats.org/drawingml/2006/main">
            <a:pPr algn="l">
              <a:lnSpc>
                <a:spcPct val="108000"/>
              </a:lnSpc>
              <a:buNone/>
              <a:defRPr sz="2550" b="0">
                <a:solidFill>
                  <a:srgbClr val="CA5B37"/>
                </a:solidFill>
                <a:latin typeface="Georgia"/>
                <a:ea typeface="Georgia"/>
                <a:cs typeface="Georgia"/>
              </a:defRPr>
            </a:pPr>
            <a:r>
              <a:rPr sz="2550" b="0">
                <a:solidFill>
                  <a:srgbClr val="CA5B37"/>
                </a:solidFill>
                <a:latin typeface="Georgia"/>
                <a:ea typeface="Georgia"/>
                <a:cs typeface="Georgia"/>
              </a:rPr>
              <a:t>Желание</a:t>
            </a:r>
          </a:p>
          <a:p xmlns:a="http://schemas.openxmlformats.org/drawingml/2006/main">
            <a:pPr algn="l">
              <a:lnSpc>
                <a:spcPct val="108000"/>
              </a:lnSpc>
              <a:buNone/>
              <a:defRPr sz="2550" b="0">
                <a:solidFill>
                  <a:srgbClr val="CA5B37"/>
                </a:solidFill>
                <a:latin typeface="Georgia"/>
                <a:ea typeface="Georgia"/>
                <a:cs typeface="Georgia"/>
              </a:defRPr>
            </a:pPr>
            <a:r>
              <a:rPr sz="2550" b="0">
                <a:solidFill>
                  <a:srgbClr val="CA5B37"/>
                </a:solidFill>
                <a:latin typeface="Georgia"/>
                <a:ea typeface="Georgia"/>
                <a:cs typeface="Georgia"/>
              </a:rPr>
              <a:t>и старт</a:t>
            </a:r>
          </a:p>
          <a:p xmlns:a="http://schemas.openxmlformats.org/drawingml/2006/main">
            <a:pPr algn="l">
              <a:lnSpc>
                <a:spcPct val="108000"/>
              </a:lnSpc>
              <a:buNone/>
              <a:defRPr sz="2550" b="0">
                <a:solidFill>
                  <a:srgbClr val="CA5B37"/>
                </a:solidFill>
                <a:latin typeface="Georgia"/>
                <a:ea typeface="Georgia"/>
                <a:cs typeface="Georgia"/>
              </a:defRPr>
            </a:pPr>
            <a:r>
              <a:rPr sz="2550" b="0">
                <a:solidFill>
                  <a:srgbClr val="CA5B37"/>
                </a:solidFill>
                <a:latin typeface="Georgia"/>
                <a:ea typeface="Georgia"/>
                <a:cs typeface="Georgia"/>
              </a:rPr>
              <a:t>сохранились</a:t>
            </a:r>
          </a:p>
        </p:txBody>
      </p:sp>
      <p:sp>
        <p:nvSpPr>
          <p:cNvPr id="5" name="">
            <a:extLst xmlns:a="http://schemas.openxmlformats.org/drawingml/2006/main">
              <a:ext uri="{FF2B5EF4-FFF2-40B4-BE49-F238E27FC236}">
                <a16:creationId xmlns:a16="http://schemas.microsoft.com/office/drawing/2014/main" id="{B87A6F3A-500C-420F-ABD6-DAAB42F1D024}"/>
              </a:ext>
            </a:extLst>
          </p:cNvPr>
          <p:cNvSpPr>
            <a:spLocks xmlns:a="http://schemas.openxmlformats.org/drawingml/2006/main" noGrp="1"/>
          </p:cNvSpPr>
          <p:nvPr/>
        </p:nvSpPr>
        <p:spPr>
          <a:xfrm xmlns:a="http://schemas.openxmlformats.org/drawingml/2006/main">
            <a:off x="666750" y="5972175"/>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075A63"/>
                </a:solidFill>
                <a:latin typeface="Arial"/>
                <a:ea typeface="Arial"/>
                <a:cs typeface="Arial"/>
              </a:defRPr>
            </a:defPPr>
            <a:lvl1pPr algn="l">
              <a:defRPr sz="2250" b="0">
                <a:solidFill>
                  <a:srgbClr val="075A63"/>
                </a:solidFill>
                <a:latin typeface="Arial"/>
                <a:ea typeface="Arial"/>
                <a:cs typeface="Arial"/>
              </a:defRPr>
            </a:lvl1pPr>
            <a:lvl2pPr algn="l">
              <a:defRPr sz="2250" b="0">
                <a:solidFill>
                  <a:srgbClr val="075A63"/>
                </a:solidFill>
                <a:latin typeface="Arial"/>
                <a:ea typeface="Arial"/>
                <a:cs typeface="Arial"/>
              </a:defRPr>
            </a:lvl2pPr>
            <a:lvl3pPr algn="l">
              <a:defRPr sz="2250" b="0">
                <a:solidFill>
                  <a:srgbClr val="075A63"/>
                </a:solidFill>
                <a:latin typeface="Arial"/>
                <a:ea typeface="Arial"/>
                <a:cs typeface="Arial"/>
              </a:defRPr>
            </a:lvl3pPr>
            <a:lvl4pPr algn="l">
              <a:defRPr sz="2250" b="0">
                <a:solidFill>
                  <a:srgbClr val="075A63"/>
                </a:solidFill>
                <a:latin typeface="Arial"/>
                <a:ea typeface="Arial"/>
                <a:cs typeface="Arial"/>
              </a:defRPr>
            </a:lvl4pPr>
            <a:lvl5pPr algn="l">
              <a:defRPr sz="2250" b="0">
                <a:solidFill>
                  <a:srgbClr val="075A63"/>
                </a:solidFill>
                <a:latin typeface="Arial"/>
                <a:ea typeface="Arial"/>
                <a:cs typeface="Arial"/>
              </a:defRPr>
            </a:lvl5pPr>
            <a:lvl6pPr algn="l">
              <a:defRPr sz="2250" b="0">
                <a:solidFill>
                  <a:srgbClr val="075A63"/>
                </a:solidFill>
                <a:latin typeface="Arial"/>
                <a:ea typeface="Arial"/>
                <a:cs typeface="Arial"/>
              </a:defRPr>
            </a:lvl6pPr>
            <a:lvl7pPr algn="l">
              <a:defRPr sz="2250" b="0">
                <a:solidFill>
                  <a:srgbClr val="075A63"/>
                </a:solidFill>
                <a:latin typeface="Arial"/>
                <a:ea typeface="Arial"/>
                <a:cs typeface="Arial"/>
              </a:defRPr>
            </a:lvl7pPr>
            <a:lvl8pPr algn="l">
              <a:defRPr sz="2250" b="0">
                <a:solidFill>
                  <a:srgbClr val="075A63"/>
                </a:solidFill>
                <a:latin typeface="Arial"/>
                <a:ea typeface="Arial"/>
                <a:cs typeface="Arial"/>
              </a:defRPr>
            </a:lvl8pPr>
            <a:lvl9pPr algn="l">
              <a:defRPr sz="2250" b="0">
                <a:solidFill>
                  <a:srgbClr val="075A63"/>
                </a:solidFill>
                <a:latin typeface="Arial"/>
                <a:ea typeface="Arial"/>
                <a:cs typeface="Arial"/>
              </a:defRPr>
            </a:lvl9pPr>
          </a:lstStyle>
          <a:p xmlns:a="http://schemas.openxmlformats.org/drawingml/2006/main">
            <a:pPr algn="l">
              <a:lnSpc>
                <a:spcPct val="108000"/>
              </a:lnSpc>
              <a:buNone/>
              <a:defRPr sz="2250" b="0">
                <a:solidFill>
                  <a:srgbClr val="075A63"/>
                </a:solidFill>
                <a:latin typeface="Arial"/>
                <a:ea typeface="Arial"/>
                <a:cs typeface="Arial"/>
              </a:defRPr>
            </a:pPr>
            <a:r>
              <a:rPr sz="2250" b="0">
                <a:solidFill>
                  <a:srgbClr val="075A63"/>
                </a:solidFill>
                <a:latin typeface="Arial"/>
                <a:ea typeface="Arial"/>
                <a:cs typeface="Arial"/>
              </a:rPr>
              <a:t>22 минуты пути + 19 на месте + 4 запас = 45 минут</a:t>
            </a:r>
          </a:p>
        </p:txBody>
      </p:sp>
    </p:spTree>
    <p:extLst>
      <p:ext uri="{BB962C8B-B14F-4D97-AF65-F5344CB8AC3E}">
        <p14:creationId xmlns:p14="http://schemas.microsoft.com/office/powerpoint/2010/main" val="929753200"/>
      </p:ext>
    </p:extLst>
  </p:cSld>
</p:sld>
</file>

<file path=ppt/slides/slide6.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E41DE27-768F-4363-9C0D-1A7FDA7E7652}"/>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Согласование места из запроса</a:t>
            </a:r>
          </a:p>
        </p:txBody>
      </p:sp>
      <p:pic>
        <p:nvPicPr>
          <p:cNvPr id="2" name="">
            <a:extLst xmlns:a="http://schemas.openxmlformats.org/drawingml/2006/main">
              <a:ext uri="{FF2B5EF4-FFF2-40B4-BE49-F238E27FC236}">
                <a16:creationId xmlns:a16="http://schemas.microsoft.com/office/drawing/2014/main" id="{9BAA316A-A36B-4AB3-B486-2B2FDD539544}"/>
              </a:ext>
            </a:extLst>
          </p:cNvPr>
          <p:cNvPicPr>
            <a:picLocks xmlns:a="http://schemas.openxmlformats.org/drawingml/2006/main" noChangeAspect="1"/>
          </p:cNvPicPr>
          <p:nvPr/>
        </p:nvPicPr>
        <p:blipFill>
          <a:blip xmlns:r="http://schemas.openxmlformats.org/officeDocument/2006/relationships" xmlns:a="http://schemas.openxmlformats.org/drawingml/2006/main" r:embed="Rfd1aae041aff4eff"/>
          <a:srcRect xmlns:a="http://schemas.openxmlformats.org/drawingml/2006/main" l="17969" t="45833" r="17969" b="0"/>
          <a:stretch xmlns:a="http://schemas.openxmlformats.org/drawingml/2006/main"/>
        </p:blipFill>
        <p:spPr>
          <a:xfrm xmlns:a="http://schemas.openxmlformats.org/drawingml/2006/main">
            <a:off x="609600" y="2133600"/>
            <a:ext cx="8229600" cy="39147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E87C13D-6B08-4A7B-8C93-4E62AB9E9BB7}"/>
              </a:ext>
            </a:extLst>
          </p:cNvPr>
          <p:cNvSpPr>
            <a:spLocks xmlns:a="http://schemas.openxmlformats.org/drawingml/2006/main" noGrp="1"/>
          </p:cNvSpPr>
          <p:nvPr/>
        </p:nvSpPr>
        <p:spPr>
          <a:xfrm xmlns:a="http://schemas.openxmlformats.org/drawingml/2006/main">
            <a:off x="9277350" y="1895475"/>
            <a:ext cx="23050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075A63"/>
                </a:solidFill>
                <a:latin typeface="Georgia"/>
                <a:ea typeface="Georgia"/>
                <a:cs typeface="Georgia"/>
              </a:defRPr>
            </a:defPPr>
            <a:lvl1pPr algn="l">
              <a:defRPr sz="2850" b="0">
                <a:solidFill>
                  <a:srgbClr val="075A63"/>
                </a:solidFill>
                <a:latin typeface="Georgia"/>
                <a:ea typeface="Georgia"/>
                <a:cs typeface="Georgia"/>
              </a:defRPr>
            </a:lvl1pPr>
            <a:lvl2pPr algn="l">
              <a:defRPr sz="2850" b="0">
                <a:solidFill>
                  <a:srgbClr val="075A63"/>
                </a:solidFill>
                <a:latin typeface="Georgia"/>
                <a:ea typeface="Georgia"/>
                <a:cs typeface="Georgia"/>
              </a:defRPr>
            </a:lvl2pPr>
            <a:lvl3pPr algn="l">
              <a:defRPr sz="2850" b="0">
                <a:solidFill>
                  <a:srgbClr val="075A63"/>
                </a:solidFill>
                <a:latin typeface="Georgia"/>
                <a:ea typeface="Georgia"/>
                <a:cs typeface="Georgia"/>
              </a:defRPr>
            </a:lvl3pPr>
            <a:lvl4pPr algn="l">
              <a:defRPr sz="2850" b="0">
                <a:solidFill>
                  <a:srgbClr val="075A63"/>
                </a:solidFill>
                <a:latin typeface="Georgia"/>
                <a:ea typeface="Georgia"/>
                <a:cs typeface="Georgia"/>
              </a:defRPr>
            </a:lvl4pPr>
            <a:lvl5pPr algn="l">
              <a:defRPr sz="2850" b="0">
                <a:solidFill>
                  <a:srgbClr val="075A63"/>
                </a:solidFill>
                <a:latin typeface="Georgia"/>
                <a:ea typeface="Georgia"/>
                <a:cs typeface="Georgia"/>
              </a:defRPr>
            </a:lvl5pPr>
            <a:lvl6pPr algn="l">
              <a:defRPr sz="2850" b="0">
                <a:solidFill>
                  <a:srgbClr val="075A63"/>
                </a:solidFill>
                <a:latin typeface="Georgia"/>
                <a:ea typeface="Georgia"/>
                <a:cs typeface="Georgia"/>
              </a:defRPr>
            </a:lvl6pPr>
            <a:lvl7pPr algn="l">
              <a:defRPr sz="2850" b="0">
                <a:solidFill>
                  <a:srgbClr val="075A63"/>
                </a:solidFill>
                <a:latin typeface="Georgia"/>
                <a:ea typeface="Georgia"/>
                <a:cs typeface="Georgia"/>
              </a:defRPr>
            </a:lvl7pPr>
            <a:lvl8pPr algn="l">
              <a:defRPr sz="2850" b="0">
                <a:solidFill>
                  <a:srgbClr val="075A63"/>
                </a:solidFill>
                <a:latin typeface="Georgia"/>
                <a:ea typeface="Georgia"/>
                <a:cs typeface="Georgia"/>
              </a:defRPr>
            </a:lvl8pPr>
            <a:lvl9pPr algn="l">
              <a:defRPr sz="2850" b="0">
                <a:solidFill>
                  <a:srgbClr val="075A63"/>
                </a:solidFill>
                <a:latin typeface="Georgia"/>
                <a:ea typeface="Georgia"/>
                <a:cs typeface="Georgia"/>
              </a:defRPr>
            </a:lvl9pPr>
          </a:lstStyle>
          <a:p xmlns:a="http://schemas.openxmlformats.org/drawingml/2006/main">
            <a:pPr algn="l">
              <a:lnSpc>
                <a:spcPct val="108000"/>
              </a:lnSpc>
              <a:buNone/>
              <a:defRPr sz="2850" b="0">
                <a:solidFill>
                  <a:srgbClr val="075A63"/>
                </a:solidFill>
                <a:latin typeface="Georgia"/>
                <a:ea typeface="Georgia"/>
                <a:cs typeface="Georgia"/>
              </a:defRPr>
            </a:pPr>
            <a:r>
              <a:rPr sz="2850" b="0">
                <a:solidFill>
                  <a:srgbClr val="075A63"/>
                </a:solidFill>
                <a:latin typeface="Georgia"/>
                <a:ea typeface="Georgia"/>
                <a:cs typeface="Georgia"/>
              </a:rPr>
              <a:t>В запросе</a:t>
            </a:r>
          </a:p>
          <a:p xmlns:a="http://schemas.openxmlformats.org/drawingml/2006/main">
            <a:pPr algn="l">
              <a:lnSpc>
                <a:spcPct val="108000"/>
              </a:lnSpc>
              <a:buNone/>
              <a:defRPr sz="2850" b="0">
                <a:solidFill>
                  <a:srgbClr val="075A63"/>
                </a:solidFill>
                <a:latin typeface="Georgia"/>
                <a:ea typeface="Georgia"/>
                <a:cs typeface="Georgia"/>
              </a:defRPr>
            </a:pPr>
            <a:r>
              <a:rPr sz="2850" b="0">
                <a:solidFill>
                  <a:srgbClr val="075A63"/>
                </a:solidFill>
                <a:latin typeface="Georgia"/>
                <a:ea typeface="Georgia"/>
                <a:cs typeface="Georgia"/>
              </a:rPr>
              <a:t>Mega</a:t>
            </a:r>
          </a:p>
        </p:txBody>
      </p:sp>
      <p:sp>
        <p:nvSpPr>
          <p:cNvPr id="4" name="">
            <a:extLst xmlns:a="http://schemas.openxmlformats.org/drawingml/2006/main">
              <a:ext uri="{FF2B5EF4-FFF2-40B4-BE49-F238E27FC236}">
                <a16:creationId xmlns:a16="http://schemas.microsoft.com/office/drawing/2014/main" id="{8C8644EC-4267-47E9-9B5A-8ED8136A3375}"/>
              </a:ext>
            </a:extLst>
          </p:cNvPr>
          <p:cNvSpPr>
            <a:spLocks xmlns:a="http://schemas.openxmlformats.org/drawingml/2006/main" noGrp="1"/>
          </p:cNvSpPr>
          <p:nvPr/>
        </p:nvSpPr>
        <p:spPr>
          <a:xfrm xmlns:a="http://schemas.openxmlformats.org/drawingml/2006/main">
            <a:off x="9277350" y="3571875"/>
            <a:ext cx="23050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183D42"/>
                </a:solidFill>
                <a:latin typeface="Georgia"/>
                <a:ea typeface="Georgia"/>
                <a:cs typeface="Georgia"/>
              </a:defRPr>
            </a:defPPr>
            <a:lvl1pPr algn="l">
              <a:defRPr sz="2550" b="0">
                <a:solidFill>
                  <a:srgbClr val="183D42"/>
                </a:solidFill>
                <a:latin typeface="Georgia"/>
                <a:ea typeface="Georgia"/>
                <a:cs typeface="Georgia"/>
              </a:defRPr>
            </a:lvl1pPr>
            <a:lvl2pPr algn="l">
              <a:defRPr sz="2550" b="0">
                <a:solidFill>
                  <a:srgbClr val="183D42"/>
                </a:solidFill>
                <a:latin typeface="Georgia"/>
                <a:ea typeface="Georgia"/>
                <a:cs typeface="Georgia"/>
              </a:defRPr>
            </a:lvl2pPr>
            <a:lvl3pPr algn="l">
              <a:defRPr sz="2550" b="0">
                <a:solidFill>
                  <a:srgbClr val="183D42"/>
                </a:solidFill>
                <a:latin typeface="Georgia"/>
                <a:ea typeface="Georgia"/>
                <a:cs typeface="Georgia"/>
              </a:defRPr>
            </a:lvl3pPr>
            <a:lvl4pPr algn="l">
              <a:defRPr sz="2550" b="0">
                <a:solidFill>
                  <a:srgbClr val="183D42"/>
                </a:solidFill>
                <a:latin typeface="Georgia"/>
                <a:ea typeface="Georgia"/>
                <a:cs typeface="Georgia"/>
              </a:defRPr>
            </a:lvl4pPr>
            <a:lvl5pPr algn="l">
              <a:defRPr sz="2550" b="0">
                <a:solidFill>
                  <a:srgbClr val="183D42"/>
                </a:solidFill>
                <a:latin typeface="Georgia"/>
                <a:ea typeface="Georgia"/>
                <a:cs typeface="Georgia"/>
              </a:defRPr>
            </a:lvl5pPr>
            <a:lvl6pPr algn="l">
              <a:defRPr sz="2550" b="0">
                <a:solidFill>
                  <a:srgbClr val="183D42"/>
                </a:solidFill>
                <a:latin typeface="Georgia"/>
                <a:ea typeface="Georgia"/>
                <a:cs typeface="Georgia"/>
              </a:defRPr>
            </a:lvl6pPr>
            <a:lvl7pPr algn="l">
              <a:defRPr sz="2550" b="0">
                <a:solidFill>
                  <a:srgbClr val="183D42"/>
                </a:solidFill>
                <a:latin typeface="Georgia"/>
                <a:ea typeface="Georgia"/>
                <a:cs typeface="Georgia"/>
              </a:defRPr>
            </a:lvl7pPr>
            <a:lvl8pPr algn="l">
              <a:defRPr sz="2550" b="0">
                <a:solidFill>
                  <a:srgbClr val="183D42"/>
                </a:solidFill>
                <a:latin typeface="Georgia"/>
                <a:ea typeface="Georgia"/>
                <a:cs typeface="Georgia"/>
              </a:defRPr>
            </a:lvl8pPr>
            <a:lvl9pPr algn="l">
              <a:defRPr sz="2550" b="0">
                <a:solidFill>
                  <a:srgbClr val="183D42"/>
                </a:solidFill>
                <a:latin typeface="Georgia"/>
                <a:ea typeface="Georgia"/>
                <a:cs typeface="Georgia"/>
              </a:defRPr>
            </a:lvl9pPr>
          </a:lstStyle>
          <a:p xmlns:a="http://schemas.openxmlformats.org/drawingml/2006/main">
            <a:pPr algn="l">
              <a:lnSpc>
                <a:spcPct val="108000"/>
              </a:lnSpc>
              <a:buNone/>
              <a:defRPr sz="2550" b="0">
                <a:solidFill>
                  <a:srgbClr val="183D42"/>
                </a:solidFill>
                <a:latin typeface="Georgia"/>
                <a:ea typeface="Georgia"/>
                <a:cs typeface="Georgia"/>
              </a:defRPr>
            </a:pPr>
            <a:r>
              <a:rPr sz="2550" b="0">
                <a:solidFill>
                  <a:srgbClr val="183D42"/>
                </a:solidFill>
                <a:latin typeface="Georgia"/>
                <a:ea typeface="Georgia"/>
                <a:cs typeface="Georgia"/>
              </a:rPr>
              <a:t>В настройках</a:t>
            </a:r>
          </a:p>
          <a:p xmlns:a="http://schemas.openxmlformats.org/drawingml/2006/main">
            <a:pPr algn="l">
              <a:lnSpc>
                <a:spcPct val="108000"/>
              </a:lnSpc>
              <a:buNone/>
              <a:defRPr sz="2550" b="0">
                <a:solidFill>
                  <a:srgbClr val="183D42"/>
                </a:solidFill>
                <a:latin typeface="Georgia"/>
                <a:ea typeface="Georgia"/>
                <a:cs typeface="Georgia"/>
              </a:defRPr>
            </a:pPr>
            <a:r>
              <a:rPr sz="2550" b="0">
                <a:solidFill>
                  <a:srgbClr val="183D42"/>
                </a:solidFill>
                <a:latin typeface="Georgia"/>
                <a:ea typeface="Georgia"/>
                <a:cs typeface="Georgia"/>
              </a:rPr>
              <a:t>Байтерек</a:t>
            </a:r>
          </a:p>
        </p:txBody>
      </p:sp>
      <p:sp>
        <p:nvSpPr>
          <p:cNvPr id="5" name="">
            <a:extLst xmlns:a="http://schemas.openxmlformats.org/drawingml/2006/main">
              <a:ext uri="{FF2B5EF4-FFF2-40B4-BE49-F238E27FC236}">
                <a16:creationId xmlns:a16="http://schemas.microsoft.com/office/drawing/2014/main" id="{23C7BC13-5670-450A-A18A-DD120A905638}"/>
              </a:ext>
            </a:extLst>
          </p:cNvPr>
          <p:cNvSpPr>
            <a:spLocks xmlns:a="http://schemas.openxmlformats.org/drawingml/2006/main" noGrp="1"/>
          </p:cNvSpPr>
          <p:nvPr/>
        </p:nvSpPr>
        <p:spPr>
          <a:xfrm xmlns:a="http://schemas.openxmlformats.org/drawingml/2006/main">
            <a:off x="9277350" y="5295900"/>
            <a:ext cx="23050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CA5B37"/>
                </a:solidFill>
                <a:latin typeface="Arial"/>
                <a:ea typeface="Arial"/>
                <a:cs typeface="Arial"/>
              </a:defRPr>
            </a:defPPr>
            <a:lvl1pPr algn="l">
              <a:defRPr sz="2025" b="0">
                <a:solidFill>
                  <a:srgbClr val="CA5B37"/>
                </a:solidFill>
                <a:latin typeface="Arial"/>
                <a:ea typeface="Arial"/>
                <a:cs typeface="Arial"/>
              </a:defRPr>
            </a:lvl1pPr>
            <a:lvl2pPr algn="l">
              <a:defRPr sz="2025" b="0">
                <a:solidFill>
                  <a:srgbClr val="CA5B37"/>
                </a:solidFill>
                <a:latin typeface="Arial"/>
                <a:ea typeface="Arial"/>
                <a:cs typeface="Arial"/>
              </a:defRPr>
            </a:lvl2pPr>
            <a:lvl3pPr algn="l">
              <a:defRPr sz="2025" b="0">
                <a:solidFill>
                  <a:srgbClr val="CA5B37"/>
                </a:solidFill>
                <a:latin typeface="Arial"/>
                <a:ea typeface="Arial"/>
                <a:cs typeface="Arial"/>
              </a:defRPr>
            </a:lvl3pPr>
            <a:lvl4pPr algn="l">
              <a:defRPr sz="2025" b="0">
                <a:solidFill>
                  <a:srgbClr val="CA5B37"/>
                </a:solidFill>
                <a:latin typeface="Arial"/>
                <a:ea typeface="Arial"/>
                <a:cs typeface="Arial"/>
              </a:defRPr>
            </a:lvl4pPr>
            <a:lvl5pPr algn="l">
              <a:defRPr sz="2025" b="0">
                <a:solidFill>
                  <a:srgbClr val="CA5B37"/>
                </a:solidFill>
                <a:latin typeface="Arial"/>
                <a:ea typeface="Arial"/>
                <a:cs typeface="Arial"/>
              </a:defRPr>
            </a:lvl5pPr>
            <a:lvl6pPr algn="l">
              <a:defRPr sz="2025" b="0">
                <a:solidFill>
                  <a:srgbClr val="CA5B37"/>
                </a:solidFill>
                <a:latin typeface="Arial"/>
                <a:ea typeface="Arial"/>
                <a:cs typeface="Arial"/>
              </a:defRPr>
            </a:lvl6pPr>
            <a:lvl7pPr algn="l">
              <a:defRPr sz="2025" b="0">
                <a:solidFill>
                  <a:srgbClr val="CA5B37"/>
                </a:solidFill>
                <a:latin typeface="Arial"/>
                <a:ea typeface="Arial"/>
                <a:cs typeface="Arial"/>
              </a:defRPr>
            </a:lvl7pPr>
            <a:lvl8pPr algn="l">
              <a:defRPr sz="2025" b="0">
                <a:solidFill>
                  <a:srgbClr val="CA5B37"/>
                </a:solidFill>
                <a:latin typeface="Arial"/>
                <a:ea typeface="Arial"/>
                <a:cs typeface="Arial"/>
              </a:defRPr>
            </a:lvl8pPr>
            <a:lvl9pPr algn="l">
              <a:defRPr sz="2025" b="0">
                <a:solidFill>
                  <a:srgbClr val="CA5B37"/>
                </a:solidFill>
                <a:latin typeface="Arial"/>
                <a:ea typeface="Arial"/>
                <a:cs typeface="Arial"/>
              </a:defRPr>
            </a:lvl9pPr>
          </a:lstStyle>
          <a:p xmlns:a="http://schemas.openxmlformats.org/drawingml/2006/main">
            <a:pPr algn="l">
              <a:lnSpc>
                <a:spcPct val="108000"/>
              </a:lnSpc>
              <a:buNone/>
              <a:defRPr sz="2025" b="0">
                <a:solidFill>
                  <a:srgbClr val="CA5B37"/>
                </a:solidFill>
                <a:latin typeface="Arial"/>
                <a:ea typeface="Arial"/>
                <a:cs typeface="Arial"/>
              </a:defRPr>
            </a:pPr>
            <a:r>
              <a:rPr sz="2025" b="0">
                <a:solidFill>
                  <a:srgbClr val="CA5B37"/>
                </a:solidFill>
                <a:latin typeface="Arial"/>
                <a:ea typeface="Arial"/>
                <a:cs typeface="Arial"/>
              </a:rPr>
              <a:t>Решение подтверждает</a:t>
            </a:r>
          </a:p>
          <a:p xmlns:a="http://schemas.openxmlformats.org/drawingml/2006/main">
            <a:pPr algn="l">
              <a:lnSpc>
                <a:spcPct val="108000"/>
              </a:lnSpc>
              <a:buNone/>
              <a:defRPr sz="2025" b="0">
                <a:solidFill>
                  <a:srgbClr val="CA5B37"/>
                </a:solidFill>
                <a:latin typeface="Arial"/>
                <a:ea typeface="Arial"/>
                <a:cs typeface="Arial"/>
              </a:defRPr>
            </a:pPr>
            <a:r>
              <a:rPr sz="2025" b="0">
                <a:solidFill>
                  <a:srgbClr val="CA5B37"/>
                </a:solidFill>
                <a:latin typeface="Arial"/>
                <a:ea typeface="Arial"/>
                <a:cs typeface="Arial"/>
              </a:rPr>
              <a:t>человек</a:t>
            </a:r>
          </a:p>
        </p:txBody>
      </p:sp>
    </p:spTree>
    <p:extLst>
      <p:ext uri="{BB962C8B-B14F-4D97-AF65-F5344CB8AC3E}">
        <p14:creationId xmlns:p14="http://schemas.microsoft.com/office/powerpoint/2010/main" val="618984627"/>
      </p:ext>
    </p:extLst>
  </p:cSld>
</p:sld>
</file>

<file path=ppt/slides/slide7.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E3DD8F-CEE6-43A0-9C43-C3C0AC373EDC}"/>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Как устроен ответ</a:t>
            </a:r>
          </a:p>
        </p:txBody>
      </p:sp>
      <p:sp>
        <p:nvSpPr>
          <p:cNvPr id="2" name="">
            <a:extLst xmlns:a="http://schemas.openxmlformats.org/drawingml/2006/main">
              <a:ext uri="{FF2B5EF4-FFF2-40B4-BE49-F238E27FC236}">
                <a16:creationId xmlns:a16="http://schemas.microsoft.com/office/drawing/2014/main" id="{4C0D3467-E3E2-4C13-9D03-D4E89346BB4F}"/>
              </a:ext>
            </a:extLst>
          </p:cNvPr>
          <p:cNvSpPr>
            <a:spLocks xmlns:a="http://schemas.openxmlformats.org/drawingml/2006/main" noGrp="1"/>
          </p:cNvSpPr>
          <p:nvPr/>
        </p:nvSpPr>
        <p:spPr>
          <a:xfrm xmlns:a="http://schemas.openxmlformats.org/drawingml/2006/main">
            <a:off x="628650" y="1914525"/>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075A63"/>
                </a:solidFill>
                <a:latin typeface="Georgia"/>
                <a:ea typeface="Georgia"/>
                <a:cs typeface="Georgia"/>
              </a:defRPr>
            </a:defPPr>
            <a:lvl1pPr algn="l">
              <a:defRPr sz="2925" b="0">
                <a:solidFill>
                  <a:srgbClr val="075A63"/>
                </a:solidFill>
                <a:latin typeface="Georgia"/>
                <a:ea typeface="Georgia"/>
                <a:cs typeface="Georgia"/>
              </a:defRPr>
            </a:lvl1pPr>
            <a:lvl2pPr algn="l">
              <a:defRPr sz="2925" b="0">
                <a:solidFill>
                  <a:srgbClr val="075A63"/>
                </a:solidFill>
                <a:latin typeface="Georgia"/>
                <a:ea typeface="Georgia"/>
                <a:cs typeface="Georgia"/>
              </a:defRPr>
            </a:lvl2pPr>
            <a:lvl3pPr algn="l">
              <a:defRPr sz="2925" b="0">
                <a:solidFill>
                  <a:srgbClr val="075A63"/>
                </a:solidFill>
                <a:latin typeface="Georgia"/>
                <a:ea typeface="Georgia"/>
                <a:cs typeface="Georgia"/>
              </a:defRPr>
            </a:lvl3pPr>
            <a:lvl4pPr algn="l">
              <a:defRPr sz="2925" b="0">
                <a:solidFill>
                  <a:srgbClr val="075A63"/>
                </a:solidFill>
                <a:latin typeface="Georgia"/>
                <a:ea typeface="Georgia"/>
                <a:cs typeface="Georgia"/>
              </a:defRPr>
            </a:lvl4pPr>
            <a:lvl5pPr algn="l">
              <a:defRPr sz="2925" b="0">
                <a:solidFill>
                  <a:srgbClr val="075A63"/>
                </a:solidFill>
                <a:latin typeface="Georgia"/>
                <a:ea typeface="Georgia"/>
                <a:cs typeface="Georgia"/>
              </a:defRPr>
            </a:lvl5pPr>
            <a:lvl6pPr algn="l">
              <a:defRPr sz="2925" b="0">
                <a:solidFill>
                  <a:srgbClr val="075A63"/>
                </a:solidFill>
                <a:latin typeface="Georgia"/>
                <a:ea typeface="Georgia"/>
                <a:cs typeface="Georgia"/>
              </a:defRPr>
            </a:lvl6pPr>
            <a:lvl7pPr algn="l">
              <a:defRPr sz="2925" b="0">
                <a:solidFill>
                  <a:srgbClr val="075A63"/>
                </a:solidFill>
                <a:latin typeface="Georgia"/>
                <a:ea typeface="Georgia"/>
                <a:cs typeface="Georgia"/>
              </a:defRPr>
            </a:lvl7pPr>
            <a:lvl8pPr algn="l">
              <a:defRPr sz="2925" b="0">
                <a:solidFill>
                  <a:srgbClr val="075A63"/>
                </a:solidFill>
                <a:latin typeface="Georgia"/>
                <a:ea typeface="Georgia"/>
                <a:cs typeface="Georgia"/>
              </a:defRPr>
            </a:lvl8pPr>
            <a:lvl9pPr algn="l">
              <a:defRPr sz="2925" b="0">
                <a:solidFill>
                  <a:srgbClr val="075A63"/>
                </a:solidFill>
                <a:latin typeface="Georgia"/>
                <a:ea typeface="Georgia"/>
                <a:cs typeface="Georgia"/>
              </a:defRPr>
            </a:lvl9pPr>
          </a:lstStyle>
          <a:p xmlns:a="http://schemas.openxmlformats.org/drawingml/2006/main">
            <a:pPr algn="l">
              <a:lnSpc>
                <a:spcPct val="108000"/>
              </a:lnSpc>
              <a:buNone/>
              <a:defRPr sz="2925" b="0">
                <a:solidFill>
                  <a:srgbClr val="075A63"/>
                </a:solidFill>
                <a:latin typeface="Georgia"/>
                <a:ea typeface="Georgia"/>
                <a:cs typeface="Georgia"/>
              </a:defRPr>
            </a:pPr>
            <a:r>
              <a:rPr sz="2925" b="0">
                <a:solidFill>
                  <a:srgbClr val="075A63"/>
                </a:solidFill>
                <a:latin typeface="Georgia"/>
                <a:ea typeface="Georgia"/>
                <a:cs typeface="Georgia"/>
              </a:rPr>
              <a:t>Желание</a:t>
            </a:r>
          </a:p>
        </p:txBody>
      </p:sp>
      <p:sp>
        <p:nvSpPr>
          <p:cNvPr id="3" name="">
            <a:extLst xmlns:a="http://schemas.openxmlformats.org/drawingml/2006/main">
              <a:ext uri="{FF2B5EF4-FFF2-40B4-BE49-F238E27FC236}">
                <a16:creationId xmlns:a16="http://schemas.microsoft.com/office/drawing/2014/main" id="{04A5F7D4-8846-454C-BADB-21654EAE09E3}"/>
              </a:ext>
            </a:extLst>
          </p:cNvPr>
          <p:cNvSpPr>
            <a:spLocks xmlns:a="http://schemas.openxmlformats.org/drawingml/2006/main" noGrp="1"/>
          </p:cNvSpPr>
          <p:nvPr/>
        </p:nvSpPr>
        <p:spPr>
          <a:xfrm xmlns:a="http://schemas.openxmlformats.org/drawingml/2006/main">
            <a:off x="628650" y="35147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83D42"/>
                </a:solidFill>
                <a:latin typeface="Arial"/>
                <a:ea typeface="Arial"/>
                <a:cs typeface="Arial"/>
              </a:defRPr>
            </a:defPPr>
            <a:lvl1pPr algn="l">
              <a:defRPr sz="2250" b="0">
                <a:solidFill>
                  <a:srgbClr val="183D42"/>
                </a:solidFill>
                <a:latin typeface="Arial"/>
                <a:ea typeface="Arial"/>
                <a:cs typeface="Arial"/>
              </a:defRPr>
            </a:lvl1pPr>
            <a:lvl2pPr algn="l">
              <a:defRPr sz="2250" b="0">
                <a:solidFill>
                  <a:srgbClr val="183D42"/>
                </a:solidFill>
                <a:latin typeface="Arial"/>
                <a:ea typeface="Arial"/>
                <a:cs typeface="Arial"/>
              </a:defRPr>
            </a:lvl2pPr>
            <a:lvl3pPr algn="l">
              <a:defRPr sz="2250" b="0">
                <a:solidFill>
                  <a:srgbClr val="183D42"/>
                </a:solidFill>
                <a:latin typeface="Arial"/>
                <a:ea typeface="Arial"/>
                <a:cs typeface="Arial"/>
              </a:defRPr>
            </a:lvl3pPr>
            <a:lvl4pPr algn="l">
              <a:defRPr sz="2250" b="0">
                <a:solidFill>
                  <a:srgbClr val="183D42"/>
                </a:solidFill>
                <a:latin typeface="Arial"/>
                <a:ea typeface="Arial"/>
                <a:cs typeface="Arial"/>
              </a:defRPr>
            </a:lvl4pPr>
            <a:lvl5pPr algn="l">
              <a:defRPr sz="2250" b="0">
                <a:solidFill>
                  <a:srgbClr val="183D42"/>
                </a:solidFill>
                <a:latin typeface="Arial"/>
                <a:ea typeface="Arial"/>
                <a:cs typeface="Arial"/>
              </a:defRPr>
            </a:lvl5pPr>
            <a:lvl6pPr algn="l">
              <a:defRPr sz="2250" b="0">
                <a:solidFill>
                  <a:srgbClr val="183D42"/>
                </a:solidFill>
                <a:latin typeface="Arial"/>
                <a:ea typeface="Arial"/>
                <a:cs typeface="Arial"/>
              </a:defRPr>
            </a:lvl6pPr>
            <a:lvl7pPr algn="l">
              <a:defRPr sz="2250" b="0">
                <a:solidFill>
                  <a:srgbClr val="183D42"/>
                </a:solidFill>
                <a:latin typeface="Arial"/>
                <a:ea typeface="Arial"/>
                <a:cs typeface="Arial"/>
              </a:defRPr>
            </a:lvl7pPr>
            <a:lvl8pPr algn="l">
              <a:defRPr sz="2250" b="0">
                <a:solidFill>
                  <a:srgbClr val="183D42"/>
                </a:solidFill>
                <a:latin typeface="Arial"/>
                <a:ea typeface="Arial"/>
                <a:cs typeface="Arial"/>
              </a:defRPr>
            </a:lvl8pPr>
            <a:lvl9pPr algn="l">
              <a:defRPr sz="2250" b="0">
                <a:solidFill>
                  <a:srgbClr val="183D42"/>
                </a:solidFill>
                <a:latin typeface="Arial"/>
                <a:ea typeface="Arial"/>
                <a:cs typeface="Arial"/>
              </a:defRPr>
            </a:lvl9pPr>
          </a:lstStyle>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Gemini разбирает</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обычную речь</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и исключения</a:t>
            </a:r>
          </a:p>
        </p:txBody>
      </p:sp>
      <p:sp>
        <p:nvSpPr>
          <p:cNvPr id="4" name="">
            <a:extLst xmlns:a="http://schemas.openxmlformats.org/drawingml/2006/main">
              <a:ext uri="{FF2B5EF4-FFF2-40B4-BE49-F238E27FC236}">
                <a16:creationId xmlns:a16="http://schemas.microsoft.com/office/drawing/2014/main" id="{D3CF7145-F51A-4CAD-B2CA-500561362B67}"/>
              </a:ext>
            </a:extLst>
          </p:cNvPr>
          <p:cNvSpPr>
            <a:spLocks xmlns:a="http://schemas.openxmlformats.org/drawingml/2006/main" noGrp="1"/>
          </p:cNvSpPr>
          <p:nvPr/>
        </p:nvSpPr>
        <p:spPr>
          <a:xfrm xmlns:a="http://schemas.openxmlformats.org/drawingml/2006/main">
            <a:off x="4476750" y="1914525"/>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075A63"/>
                </a:solidFill>
                <a:latin typeface="Georgia"/>
                <a:ea typeface="Georgia"/>
                <a:cs typeface="Georgia"/>
              </a:defRPr>
            </a:defPPr>
            <a:lvl1pPr algn="l">
              <a:defRPr sz="2925" b="0">
                <a:solidFill>
                  <a:srgbClr val="075A63"/>
                </a:solidFill>
                <a:latin typeface="Georgia"/>
                <a:ea typeface="Georgia"/>
                <a:cs typeface="Georgia"/>
              </a:defRPr>
            </a:lvl1pPr>
            <a:lvl2pPr algn="l">
              <a:defRPr sz="2925" b="0">
                <a:solidFill>
                  <a:srgbClr val="075A63"/>
                </a:solidFill>
                <a:latin typeface="Georgia"/>
                <a:ea typeface="Georgia"/>
                <a:cs typeface="Georgia"/>
              </a:defRPr>
            </a:lvl2pPr>
            <a:lvl3pPr algn="l">
              <a:defRPr sz="2925" b="0">
                <a:solidFill>
                  <a:srgbClr val="075A63"/>
                </a:solidFill>
                <a:latin typeface="Georgia"/>
                <a:ea typeface="Georgia"/>
                <a:cs typeface="Georgia"/>
              </a:defRPr>
            </a:lvl3pPr>
            <a:lvl4pPr algn="l">
              <a:defRPr sz="2925" b="0">
                <a:solidFill>
                  <a:srgbClr val="075A63"/>
                </a:solidFill>
                <a:latin typeface="Georgia"/>
                <a:ea typeface="Georgia"/>
                <a:cs typeface="Georgia"/>
              </a:defRPr>
            </a:lvl4pPr>
            <a:lvl5pPr algn="l">
              <a:defRPr sz="2925" b="0">
                <a:solidFill>
                  <a:srgbClr val="075A63"/>
                </a:solidFill>
                <a:latin typeface="Georgia"/>
                <a:ea typeface="Georgia"/>
                <a:cs typeface="Georgia"/>
              </a:defRPr>
            </a:lvl5pPr>
            <a:lvl6pPr algn="l">
              <a:defRPr sz="2925" b="0">
                <a:solidFill>
                  <a:srgbClr val="075A63"/>
                </a:solidFill>
                <a:latin typeface="Georgia"/>
                <a:ea typeface="Georgia"/>
                <a:cs typeface="Georgia"/>
              </a:defRPr>
            </a:lvl6pPr>
            <a:lvl7pPr algn="l">
              <a:defRPr sz="2925" b="0">
                <a:solidFill>
                  <a:srgbClr val="075A63"/>
                </a:solidFill>
                <a:latin typeface="Georgia"/>
                <a:ea typeface="Georgia"/>
                <a:cs typeface="Georgia"/>
              </a:defRPr>
            </a:lvl7pPr>
            <a:lvl8pPr algn="l">
              <a:defRPr sz="2925" b="0">
                <a:solidFill>
                  <a:srgbClr val="075A63"/>
                </a:solidFill>
                <a:latin typeface="Georgia"/>
                <a:ea typeface="Georgia"/>
                <a:cs typeface="Georgia"/>
              </a:defRPr>
            </a:lvl8pPr>
            <a:lvl9pPr algn="l">
              <a:defRPr sz="2925" b="0">
                <a:solidFill>
                  <a:srgbClr val="075A63"/>
                </a:solidFill>
                <a:latin typeface="Georgia"/>
                <a:ea typeface="Georgia"/>
                <a:cs typeface="Georgia"/>
              </a:defRPr>
            </a:lvl9pPr>
          </a:lstStyle>
          <a:p xmlns:a="http://schemas.openxmlformats.org/drawingml/2006/main">
            <a:pPr algn="l">
              <a:lnSpc>
                <a:spcPct val="108000"/>
              </a:lnSpc>
              <a:buNone/>
              <a:defRPr sz="2925" b="0">
                <a:solidFill>
                  <a:srgbClr val="075A63"/>
                </a:solidFill>
                <a:latin typeface="Georgia"/>
                <a:ea typeface="Georgia"/>
                <a:cs typeface="Georgia"/>
              </a:defRPr>
            </a:pPr>
            <a:r>
              <a:rPr sz="2925" b="0">
                <a:solidFill>
                  <a:srgbClr val="075A63"/>
                </a:solidFill>
                <a:latin typeface="Georgia"/>
                <a:ea typeface="Georgia"/>
                <a:cs typeface="Georgia"/>
              </a:rPr>
              <a:t>Данные и расчёт</a:t>
            </a:r>
          </a:p>
        </p:txBody>
      </p:sp>
      <p:sp>
        <p:nvSpPr>
          <p:cNvPr id="5" name="">
            <a:extLst xmlns:a="http://schemas.openxmlformats.org/drawingml/2006/main">
              <a:ext uri="{FF2B5EF4-FFF2-40B4-BE49-F238E27FC236}">
                <a16:creationId xmlns:a16="http://schemas.microsoft.com/office/drawing/2014/main" id="{C0CB8E42-A937-4805-8EDD-4993E04F10FB}"/>
              </a:ext>
            </a:extLst>
          </p:cNvPr>
          <p:cNvSpPr>
            <a:spLocks xmlns:a="http://schemas.openxmlformats.org/drawingml/2006/main" noGrp="1"/>
          </p:cNvSpPr>
          <p:nvPr/>
        </p:nvSpPr>
        <p:spPr>
          <a:xfrm xmlns:a="http://schemas.openxmlformats.org/drawingml/2006/main">
            <a:off x="4476750" y="35147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83D42"/>
                </a:solidFill>
                <a:latin typeface="Arial"/>
                <a:ea typeface="Arial"/>
                <a:cs typeface="Arial"/>
              </a:defRPr>
            </a:defPPr>
            <a:lvl1pPr algn="l">
              <a:defRPr sz="2250" b="0">
                <a:solidFill>
                  <a:srgbClr val="183D42"/>
                </a:solidFill>
                <a:latin typeface="Arial"/>
                <a:ea typeface="Arial"/>
                <a:cs typeface="Arial"/>
              </a:defRPr>
            </a:lvl1pPr>
            <a:lvl2pPr algn="l">
              <a:defRPr sz="2250" b="0">
                <a:solidFill>
                  <a:srgbClr val="183D42"/>
                </a:solidFill>
                <a:latin typeface="Arial"/>
                <a:ea typeface="Arial"/>
                <a:cs typeface="Arial"/>
              </a:defRPr>
            </a:lvl2pPr>
            <a:lvl3pPr algn="l">
              <a:defRPr sz="2250" b="0">
                <a:solidFill>
                  <a:srgbClr val="183D42"/>
                </a:solidFill>
                <a:latin typeface="Arial"/>
                <a:ea typeface="Arial"/>
                <a:cs typeface="Arial"/>
              </a:defRPr>
            </a:lvl3pPr>
            <a:lvl4pPr algn="l">
              <a:defRPr sz="2250" b="0">
                <a:solidFill>
                  <a:srgbClr val="183D42"/>
                </a:solidFill>
                <a:latin typeface="Arial"/>
                <a:ea typeface="Arial"/>
                <a:cs typeface="Arial"/>
              </a:defRPr>
            </a:lvl4pPr>
            <a:lvl5pPr algn="l">
              <a:defRPr sz="2250" b="0">
                <a:solidFill>
                  <a:srgbClr val="183D42"/>
                </a:solidFill>
                <a:latin typeface="Arial"/>
                <a:ea typeface="Arial"/>
                <a:cs typeface="Arial"/>
              </a:defRPr>
            </a:lvl5pPr>
            <a:lvl6pPr algn="l">
              <a:defRPr sz="2250" b="0">
                <a:solidFill>
                  <a:srgbClr val="183D42"/>
                </a:solidFill>
                <a:latin typeface="Arial"/>
                <a:ea typeface="Arial"/>
                <a:cs typeface="Arial"/>
              </a:defRPr>
            </a:lvl6pPr>
            <a:lvl7pPr algn="l">
              <a:defRPr sz="2250" b="0">
                <a:solidFill>
                  <a:srgbClr val="183D42"/>
                </a:solidFill>
                <a:latin typeface="Arial"/>
                <a:ea typeface="Arial"/>
                <a:cs typeface="Arial"/>
              </a:defRPr>
            </a:lvl7pPr>
            <a:lvl8pPr algn="l">
              <a:defRPr sz="2250" b="0">
                <a:solidFill>
                  <a:srgbClr val="183D42"/>
                </a:solidFill>
                <a:latin typeface="Arial"/>
                <a:ea typeface="Arial"/>
                <a:cs typeface="Arial"/>
              </a:defRPr>
            </a:lvl8pPr>
            <a:lvl9pPr algn="l">
              <a:defRPr sz="2250" b="0">
                <a:solidFill>
                  <a:srgbClr val="183D42"/>
                </a:solidFill>
                <a:latin typeface="Arial"/>
                <a:ea typeface="Arial"/>
                <a:cs typeface="Arial"/>
              </a:defRPr>
            </a:lvl9pPr>
          </a:lstStyle>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Места и факты</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Пешеходный граф</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Время и фильтры</a:t>
            </a:r>
          </a:p>
        </p:txBody>
      </p:sp>
      <p:sp>
        <p:nvSpPr>
          <p:cNvPr id="6" name="">
            <a:extLst xmlns:a="http://schemas.openxmlformats.org/drawingml/2006/main">
              <a:ext uri="{FF2B5EF4-FFF2-40B4-BE49-F238E27FC236}">
                <a16:creationId xmlns:a16="http://schemas.microsoft.com/office/drawing/2014/main" id="{F2AB8034-B72E-4A98-A9D8-7D1B27038D21}"/>
              </a:ext>
            </a:extLst>
          </p:cNvPr>
          <p:cNvSpPr>
            <a:spLocks xmlns:a="http://schemas.openxmlformats.org/drawingml/2006/main" noGrp="1"/>
          </p:cNvSpPr>
          <p:nvPr/>
        </p:nvSpPr>
        <p:spPr>
          <a:xfrm xmlns:a="http://schemas.openxmlformats.org/drawingml/2006/main">
            <a:off x="8324850" y="1914525"/>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075A63"/>
                </a:solidFill>
                <a:latin typeface="Georgia"/>
                <a:ea typeface="Georgia"/>
                <a:cs typeface="Georgia"/>
              </a:defRPr>
            </a:defPPr>
            <a:lvl1pPr algn="l">
              <a:defRPr sz="2925" b="0">
                <a:solidFill>
                  <a:srgbClr val="075A63"/>
                </a:solidFill>
                <a:latin typeface="Georgia"/>
                <a:ea typeface="Georgia"/>
                <a:cs typeface="Georgia"/>
              </a:defRPr>
            </a:lvl1pPr>
            <a:lvl2pPr algn="l">
              <a:defRPr sz="2925" b="0">
                <a:solidFill>
                  <a:srgbClr val="075A63"/>
                </a:solidFill>
                <a:latin typeface="Georgia"/>
                <a:ea typeface="Georgia"/>
                <a:cs typeface="Georgia"/>
              </a:defRPr>
            </a:lvl2pPr>
            <a:lvl3pPr algn="l">
              <a:defRPr sz="2925" b="0">
                <a:solidFill>
                  <a:srgbClr val="075A63"/>
                </a:solidFill>
                <a:latin typeface="Georgia"/>
                <a:ea typeface="Georgia"/>
                <a:cs typeface="Georgia"/>
              </a:defRPr>
            </a:lvl3pPr>
            <a:lvl4pPr algn="l">
              <a:defRPr sz="2925" b="0">
                <a:solidFill>
                  <a:srgbClr val="075A63"/>
                </a:solidFill>
                <a:latin typeface="Georgia"/>
                <a:ea typeface="Georgia"/>
                <a:cs typeface="Georgia"/>
              </a:defRPr>
            </a:lvl4pPr>
            <a:lvl5pPr algn="l">
              <a:defRPr sz="2925" b="0">
                <a:solidFill>
                  <a:srgbClr val="075A63"/>
                </a:solidFill>
                <a:latin typeface="Georgia"/>
                <a:ea typeface="Georgia"/>
                <a:cs typeface="Georgia"/>
              </a:defRPr>
            </a:lvl5pPr>
            <a:lvl6pPr algn="l">
              <a:defRPr sz="2925" b="0">
                <a:solidFill>
                  <a:srgbClr val="075A63"/>
                </a:solidFill>
                <a:latin typeface="Georgia"/>
                <a:ea typeface="Georgia"/>
                <a:cs typeface="Georgia"/>
              </a:defRPr>
            </a:lvl6pPr>
            <a:lvl7pPr algn="l">
              <a:defRPr sz="2925" b="0">
                <a:solidFill>
                  <a:srgbClr val="075A63"/>
                </a:solidFill>
                <a:latin typeface="Georgia"/>
                <a:ea typeface="Georgia"/>
                <a:cs typeface="Georgia"/>
              </a:defRPr>
            </a:lvl7pPr>
            <a:lvl8pPr algn="l">
              <a:defRPr sz="2925" b="0">
                <a:solidFill>
                  <a:srgbClr val="075A63"/>
                </a:solidFill>
                <a:latin typeface="Georgia"/>
                <a:ea typeface="Georgia"/>
                <a:cs typeface="Georgia"/>
              </a:defRPr>
            </a:lvl8pPr>
            <a:lvl9pPr algn="l">
              <a:defRPr sz="2925" b="0">
                <a:solidFill>
                  <a:srgbClr val="075A63"/>
                </a:solidFill>
                <a:latin typeface="Georgia"/>
                <a:ea typeface="Georgia"/>
                <a:cs typeface="Georgia"/>
              </a:defRPr>
            </a:lvl9pPr>
          </a:lstStyle>
          <a:p xmlns:a="http://schemas.openxmlformats.org/drawingml/2006/main">
            <a:pPr algn="l">
              <a:lnSpc>
                <a:spcPct val="108000"/>
              </a:lnSpc>
              <a:buNone/>
              <a:defRPr sz="2925" b="0">
                <a:solidFill>
                  <a:srgbClr val="075A63"/>
                </a:solidFill>
                <a:latin typeface="Georgia"/>
                <a:ea typeface="Georgia"/>
                <a:cs typeface="Georgia"/>
              </a:defRPr>
            </a:pPr>
            <a:r>
              <a:rPr sz="2925" b="0">
                <a:solidFill>
                  <a:srgbClr val="075A63"/>
                </a:solidFill>
                <a:latin typeface="Georgia"/>
                <a:ea typeface="Georgia"/>
                <a:cs typeface="Georgia"/>
              </a:rPr>
              <a:t>Объяснение</a:t>
            </a:r>
          </a:p>
        </p:txBody>
      </p:sp>
      <p:sp>
        <p:nvSpPr>
          <p:cNvPr id="7" name="">
            <a:extLst xmlns:a="http://schemas.openxmlformats.org/drawingml/2006/main">
              <a:ext uri="{FF2B5EF4-FFF2-40B4-BE49-F238E27FC236}">
                <a16:creationId xmlns:a16="http://schemas.microsoft.com/office/drawing/2014/main" id="{84777B74-5EAB-4197-A461-F713879618CF}"/>
              </a:ext>
            </a:extLst>
          </p:cNvPr>
          <p:cNvSpPr>
            <a:spLocks xmlns:a="http://schemas.openxmlformats.org/drawingml/2006/main" noGrp="1"/>
          </p:cNvSpPr>
          <p:nvPr/>
        </p:nvSpPr>
        <p:spPr>
          <a:xfrm xmlns:a="http://schemas.openxmlformats.org/drawingml/2006/main">
            <a:off x="8324850" y="35147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83D42"/>
                </a:solidFill>
                <a:latin typeface="Arial"/>
                <a:ea typeface="Arial"/>
                <a:cs typeface="Arial"/>
              </a:defRPr>
            </a:defPPr>
            <a:lvl1pPr algn="l">
              <a:defRPr sz="2250" b="0">
                <a:solidFill>
                  <a:srgbClr val="183D42"/>
                </a:solidFill>
                <a:latin typeface="Arial"/>
                <a:ea typeface="Arial"/>
                <a:cs typeface="Arial"/>
              </a:defRPr>
            </a:lvl1pPr>
            <a:lvl2pPr algn="l">
              <a:defRPr sz="2250" b="0">
                <a:solidFill>
                  <a:srgbClr val="183D42"/>
                </a:solidFill>
                <a:latin typeface="Arial"/>
                <a:ea typeface="Arial"/>
                <a:cs typeface="Arial"/>
              </a:defRPr>
            </a:lvl2pPr>
            <a:lvl3pPr algn="l">
              <a:defRPr sz="2250" b="0">
                <a:solidFill>
                  <a:srgbClr val="183D42"/>
                </a:solidFill>
                <a:latin typeface="Arial"/>
                <a:ea typeface="Arial"/>
                <a:cs typeface="Arial"/>
              </a:defRPr>
            </a:lvl3pPr>
            <a:lvl4pPr algn="l">
              <a:defRPr sz="2250" b="0">
                <a:solidFill>
                  <a:srgbClr val="183D42"/>
                </a:solidFill>
                <a:latin typeface="Arial"/>
                <a:ea typeface="Arial"/>
                <a:cs typeface="Arial"/>
              </a:defRPr>
            </a:lvl4pPr>
            <a:lvl5pPr algn="l">
              <a:defRPr sz="2250" b="0">
                <a:solidFill>
                  <a:srgbClr val="183D42"/>
                </a:solidFill>
                <a:latin typeface="Arial"/>
                <a:ea typeface="Arial"/>
                <a:cs typeface="Arial"/>
              </a:defRPr>
            </a:lvl5pPr>
            <a:lvl6pPr algn="l">
              <a:defRPr sz="2250" b="0">
                <a:solidFill>
                  <a:srgbClr val="183D42"/>
                </a:solidFill>
                <a:latin typeface="Arial"/>
                <a:ea typeface="Arial"/>
                <a:cs typeface="Arial"/>
              </a:defRPr>
            </a:lvl6pPr>
            <a:lvl7pPr algn="l">
              <a:defRPr sz="2250" b="0">
                <a:solidFill>
                  <a:srgbClr val="183D42"/>
                </a:solidFill>
                <a:latin typeface="Arial"/>
                <a:ea typeface="Arial"/>
                <a:cs typeface="Arial"/>
              </a:defRPr>
            </a:lvl7pPr>
            <a:lvl8pPr algn="l">
              <a:defRPr sz="2250" b="0">
                <a:solidFill>
                  <a:srgbClr val="183D42"/>
                </a:solidFill>
                <a:latin typeface="Arial"/>
                <a:ea typeface="Arial"/>
                <a:cs typeface="Arial"/>
              </a:defRPr>
            </a:lvl8pPr>
            <a:lvl9pPr algn="l">
              <a:defRPr sz="2250" b="0">
                <a:solidFill>
                  <a:srgbClr val="183D42"/>
                </a:solidFill>
                <a:latin typeface="Arial"/>
                <a:ea typeface="Arial"/>
                <a:cs typeface="Arial"/>
              </a:defRPr>
            </a:lvl9pPr>
          </a:lstStyle>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Разрешённые</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утверждения</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и видимые пробелы</a:t>
            </a:r>
          </a:p>
        </p:txBody>
      </p:sp>
      <p:sp>
        <p:nvSpPr>
          <p:cNvPr id="8" name="">
            <a:extLst xmlns:a="http://schemas.openxmlformats.org/drawingml/2006/main">
              <a:ext uri="{FF2B5EF4-FFF2-40B4-BE49-F238E27FC236}">
                <a16:creationId xmlns:a16="http://schemas.microsoft.com/office/drawing/2014/main" id="{E5A72100-3C75-4534-910D-66DFB6A92C83}"/>
              </a:ext>
            </a:extLst>
          </p:cNvPr>
          <p:cNvSpPr>
            <a:spLocks xmlns:a="http://schemas.openxmlformats.org/drawingml/2006/main" noGrp="1"/>
          </p:cNvSpPr>
          <p:nvPr/>
        </p:nvSpPr>
        <p:spPr>
          <a:xfrm xmlns:a="http://schemas.openxmlformats.org/drawingml/2006/main">
            <a:off x="657225" y="5905500"/>
            <a:ext cx="109061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CA5B37"/>
                </a:solidFill>
                <a:latin typeface="Georgia"/>
                <a:ea typeface="Georgia"/>
                <a:cs typeface="Georgia"/>
              </a:defRPr>
            </a:defPPr>
            <a:lvl1pPr algn="l">
              <a:defRPr sz="3000" b="0">
                <a:solidFill>
                  <a:srgbClr val="CA5B37"/>
                </a:solidFill>
                <a:latin typeface="Georgia"/>
                <a:ea typeface="Georgia"/>
                <a:cs typeface="Georgia"/>
              </a:defRPr>
            </a:lvl1pPr>
            <a:lvl2pPr algn="l">
              <a:defRPr sz="3000" b="0">
                <a:solidFill>
                  <a:srgbClr val="CA5B37"/>
                </a:solidFill>
                <a:latin typeface="Georgia"/>
                <a:ea typeface="Georgia"/>
                <a:cs typeface="Georgia"/>
              </a:defRPr>
            </a:lvl2pPr>
            <a:lvl3pPr algn="l">
              <a:defRPr sz="3000" b="0">
                <a:solidFill>
                  <a:srgbClr val="CA5B37"/>
                </a:solidFill>
                <a:latin typeface="Georgia"/>
                <a:ea typeface="Georgia"/>
                <a:cs typeface="Georgia"/>
              </a:defRPr>
            </a:lvl3pPr>
            <a:lvl4pPr algn="l">
              <a:defRPr sz="3000" b="0">
                <a:solidFill>
                  <a:srgbClr val="CA5B37"/>
                </a:solidFill>
                <a:latin typeface="Georgia"/>
                <a:ea typeface="Georgia"/>
                <a:cs typeface="Georgia"/>
              </a:defRPr>
            </a:lvl4pPr>
            <a:lvl5pPr algn="l">
              <a:defRPr sz="3000" b="0">
                <a:solidFill>
                  <a:srgbClr val="CA5B37"/>
                </a:solidFill>
                <a:latin typeface="Georgia"/>
                <a:ea typeface="Georgia"/>
                <a:cs typeface="Georgia"/>
              </a:defRPr>
            </a:lvl5pPr>
            <a:lvl6pPr algn="l">
              <a:defRPr sz="3000" b="0">
                <a:solidFill>
                  <a:srgbClr val="CA5B37"/>
                </a:solidFill>
                <a:latin typeface="Georgia"/>
                <a:ea typeface="Georgia"/>
                <a:cs typeface="Georgia"/>
              </a:defRPr>
            </a:lvl6pPr>
            <a:lvl7pPr algn="l">
              <a:defRPr sz="3000" b="0">
                <a:solidFill>
                  <a:srgbClr val="CA5B37"/>
                </a:solidFill>
                <a:latin typeface="Georgia"/>
                <a:ea typeface="Georgia"/>
                <a:cs typeface="Georgia"/>
              </a:defRPr>
            </a:lvl7pPr>
            <a:lvl8pPr algn="l">
              <a:defRPr sz="3000" b="0">
                <a:solidFill>
                  <a:srgbClr val="CA5B37"/>
                </a:solidFill>
                <a:latin typeface="Georgia"/>
                <a:ea typeface="Georgia"/>
                <a:cs typeface="Georgia"/>
              </a:defRPr>
            </a:lvl8pPr>
            <a:lvl9pPr algn="l">
              <a:defRPr sz="3000" b="0">
                <a:solidFill>
                  <a:srgbClr val="CA5B37"/>
                </a:solidFill>
                <a:latin typeface="Georgia"/>
                <a:ea typeface="Georgia"/>
                <a:cs typeface="Georgia"/>
              </a:defRPr>
            </a:lvl9pPr>
          </a:lstStyle>
          <a:p xmlns:a="http://schemas.openxmlformats.org/drawingml/2006/main">
            <a:pPr algn="l">
              <a:lnSpc>
                <a:spcPct val="108000"/>
              </a:lnSpc>
              <a:buNone/>
              <a:defRPr sz="3000" b="0">
                <a:solidFill>
                  <a:srgbClr val="CA5B37"/>
                </a:solidFill>
                <a:latin typeface="Georgia"/>
                <a:ea typeface="Georgia"/>
                <a:cs typeface="Georgia"/>
              </a:defRPr>
            </a:pPr>
            <a:r>
              <a:rPr sz="3000" b="0">
                <a:solidFill>
                  <a:srgbClr val="CA5B37"/>
                </a:solidFill>
                <a:latin typeface="Georgia"/>
                <a:ea typeface="Georgia"/>
                <a:cs typeface="Georgia"/>
              </a:rPr>
              <a:t>Маршрут и ограничения проверяет код</a:t>
            </a:r>
          </a:p>
        </p:txBody>
      </p:sp>
    </p:spTree>
    <p:extLst>
      <p:ext uri="{BB962C8B-B14F-4D97-AF65-F5344CB8AC3E}">
        <p14:creationId xmlns:p14="http://schemas.microsoft.com/office/powerpoint/2010/main" val="538858854"/>
      </p:ext>
    </p:extLst>
  </p:cSld>
</p:sld>
</file>

<file path=ppt/slides/slide8.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A9DEC6-F770-47B3-AC24-34CC2DE55D10}"/>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Данные и проверка</a:t>
            </a:r>
          </a:p>
        </p:txBody>
      </p:sp>
      <p:pic>
        <p:nvPicPr>
          <p:cNvPr id="2" name="">
            <a:extLst xmlns:a="http://schemas.openxmlformats.org/drawingml/2006/main">
              <a:ext uri="{FF2B5EF4-FFF2-40B4-BE49-F238E27FC236}">
                <a16:creationId xmlns:a16="http://schemas.microsoft.com/office/drawing/2014/main" id="{20D38B11-82A3-45BD-8EA5-56D18B4CC356}"/>
              </a:ext>
            </a:extLst>
          </p:cNvPr>
          <p:cNvPicPr>
            <a:picLocks xmlns:a="http://schemas.openxmlformats.org/drawingml/2006/main" noChangeAspect="1"/>
          </p:cNvPicPr>
          <p:nvPr/>
        </p:nvPicPr>
        <p:blipFill>
          <a:blip xmlns:r="http://schemas.openxmlformats.org/officeDocument/2006/relationships" xmlns:a="http://schemas.openxmlformats.org/drawingml/2006/main" r:embed="R75e87091460d4f2b"/>
          <a:srcRect xmlns:a="http://schemas.openxmlformats.org/drawingml/2006/main" l="25469" t="15000" r="25469" b="9028"/>
          <a:stretch xmlns:a="http://schemas.openxmlformats.org/drawingml/2006/main"/>
        </p:blipFill>
        <p:spPr>
          <a:xfrm xmlns:a="http://schemas.openxmlformats.org/drawingml/2006/main">
            <a:off x="609600" y="1666875"/>
            <a:ext cx="4800600" cy="404812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A33414B-17DA-4F3F-A91E-F45F7D9C96F5}"/>
              </a:ext>
            </a:extLst>
          </p:cNvPr>
          <p:cNvSpPr>
            <a:spLocks xmlns:a="http://schemas.openxmlformats.org/drawingml/2006/main" noGrp="1"/>
          </p:cNvSpPr>
          <p:nvPr/>
        </p:nvSpPr>
        <p:spPr>
          <a:xfrm xmlns:a="http://schemas.openxmlformats.org/drawingml/2006/main">
            <a:off x="6057900" y="1619250"/>
            <a:ext cx="55054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075A63"/>
                </a:solidFill>
                <a:latin typeface="Georgia"/>
                <a:ea typeface="Georgia"/>
                <a:cs typeface="Georgia"/>
              </a:defRPr>
            </a:defPPr>
            <a:lvl1pPr algn="l">
              <a:defRPr sz="3600" b="0">
                <a:solidFill>
                  <a:srgbClr val="075A63"/>
                </a:solidFill>
                <a:latin typeface="Georgia"/>
                <a:ea typeface="Georgia"/>
                <a:cs typeface="Georgia"/>
              </a:defRPr>
            </a:lvl1pPr>
            <a:lvl2pPr algn="l">
              <a:defRPr sz="3600" b="0">
                <a:solidFill>
                  <a:srgbClr val="075A63"/>
                </a:solidFill>
                <a:latin typeface="Georgia"/>
                <a:ea typeface="Georgia"/>
                <a:cs typeface="Georgia"/>
              </a:defRPr>
            </a:lvl2pPr>
            <a:lvl3pPr algn="l">
              <a:defRPr sz="3600" b="0">
                <a:solidFill>
                  <a:srgbClr val="075A63"/>
                </a:solidFill>
                <a:latin typeface="Georgia"/>
                <a:ea typeface="Georgia"/>
                <a:cs typeface="Georgia"/>
              </a:defRPr>
            </a:lvl3pPr>
            <a:lvl4pPr algn="l">
              <a:defRPr sz="3600" b="0">
                <a:solidFill>
                  <a:srgbClr val="075A63"/>
                </a:solidFill>
                <a:latin typeface="Georgia"/>
                <a:ea typeface="Georgia"/>
                <a:cs typeface="Georgia"/>
              </a:defRPr>
            </a:lvl4pPr>
            <a:lvl5pPr algn="l">
              <a:defRPr sz="3600" b="0">
                <a:solidFill>
                  <a:srgbClr val="075A63"/>
                </a:solidFill>
                <a:latin typeface="Georgia"/>
                <a:ea typeface="Georgia"/>
                <a:cs typeface="Georgia"/>
              </a:defRPr>
            </a:lvl5pPr>
            <a:lvl6pPr algn="l">
              <a:defRPr sz="3600" b="0">
                <a:solidFill>
                  <a:srgbClr val="075A63"/>
                </a:solidFill>
                <a:latin typeface="Georgia"/>
                <a:ea typeface="Georgia"/>
                <a:cs typeface="Georgia"/>
              </a:defRPr>
            </a:lvl6pPr>
            <a:lvl7pPr algn="l">
              <a:defRPr sz="3600" b="0">
                <a:solidFill>
                  <a:srgbClr val="075A63"/>
                </a:solidFill>
                <a:latin typeface="Georgia"/>
                <a:ea typeface="Georgia"/>
                <a:cs typeface="Georgia"/>
              </a:defRPr>
            </a:lvl7pPr>
            <a:lvl8pPr algn="l">
              <a:defRPr sz="3600" b="0">
                <a:solidFill>
                  <a:srgbClr val="075A63"/>
                </a:solidFill>
                <a:latin typeface="Georgia"/>
                <a:ea typeface="Georgia"/>
                <a:cs typeface="Georgia"/>
              </a:defRPr>
            </a:lvl8pPr>
            <a:lvl9pPr algn="l">
              <a:defRPr sz="3600" b="0">
                <a:solidFill>
                  <a:srgbClr val="075A63"/>
                </a:solidFill>
                <a:latin typeface="Georgia"/>
                <a:ea typeface="Georgia"/>
                <a:cs typeface="Georgia"/>
              </a:defRPr>
            </a:lvl9pPr>
          </a:lstStyle>
          <a:p xmlns:a="http://schemas.openxmlformats.org/drawingml/2006/main">
            <a:pPr algn="l">
              <a:lnSpc>
                <a:spcPct val="108000"/>
              </a:lnSpc>
              <a:buNone/>
              <a:defRPr sz="3600" b="0">
                <a:solidFill>
                  <a:srgbClr val="075A63"/>
                </a:solidFill>
                <a:latin typeface="Georgia"/>
                <a:ea typeface="Georgia"/>
                <a:cs typeface="Georgia"/>
              </a:defRPr>
            </a:pPr>
            <a:r>
              <a:rPr sz="3600" b="0">
                <a:solidFill>
                  <a:srgbClr val="075A63"/>
                </a:solidFill>
                <a:latin typeface="Georgia"/>
                <a:ea typeface="Georgia"/>
                <a:cs typeface="Georgia"/>
              </a:rPr>
              <a:t>890 OSM-записей</a:t>
            </a:r>
          </a:p>
        </p:txBody>
      </p:sp>
      <p:sp>
        <p:nvSpPr>
          <p:cNvPr id="4" name="">
            <a:extLst xmlns:a="http://schemas.openxmlformats.org/drawingml/2006/main">
              <a:ext uri="{FF2B5EF4-FFF2-40B4-BE49-F238E27FC236}">
                <a16:creationId xmlns:a16="http://schemas.microsoft.com/office/drawing/2014/main" id="{BD02EBB1-F00B-4626-9DCC-D2B18DE9B807}"/>
              </a:ext>
            </a:extLst>
          </p:cNvPr>
          <p:cNvSpPr>
            <a:spLocks xmlns:a="http://schemas.openxmlformats.org/drawingml/2006/main" noGrp="1"/>
          </p:cNvSpPr>
          <p:nvPr/>
        </p:nvSpPr>
        <p:spPr>
          <a:xfrm xmlns:a="http://schemas.openxmlformats.org/drawingml/2006/main">
            <a:off x="6096000" y="2476500"/>
            <a:ext cx="54673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86C6D"/>
                </a:solidFill>
                <a:latin typeface="Arial"/>
                <a:ea typeface="Arial"/>
                <a:cs typeface="Arial"/>
              </a:defRPr>
            </a:defPPr>
            <a:lvl1pPr algn="l">
              <a:defRPr sz="1950" b="0">
                <a:solidFill>
                  <a:srgbClr val="586C6D"/>
                </a:solidFill>
                <a:latin typeface="Arial"/>
                <a:ea typeface="Arial"/>
                <a:cs typeface="Arial"/>
              </a:defRPr>
            </a:lvl1pPr>
            <a:lvl2pPr algn="l">
              <a:defRPr sz="1950" b="0">
                <a:solidFill>
                  <a:srgbClr val="586C6D"/>
                </a:solidFill>
                <a:latin typeface="Arial"/>
                <a:ea typeface="Arial"/>
                <a:cs typeface="Arial"/>
              </a:defRPr>
            </a:lvl2pPr>
            <a:lvl3pPr algn="l">
              <a:defRPr sz="1950" b="0">
                <a:solidFill>
                  <a:srgbClr val="586C6D"/>
                </a:solidFill>
                <a:latin typeface="Arial"/>
                <a:ea typeface="Arial"/>
                <a:cs typeface="Arial"/>
              </a:defRPr>
            </a:lvl3pPr>
            <a:lvl4pPr algn="l">
              <a:defRPr sz="1950" b="0">
                <a:solidFill>
                  <a:srgbClr val="586C6D"/>
                </a:solidFill>
                <a:latin typeface="Arial"/>
                <a:ea typeface="Arial"/>
                <a:cs typeface="Arial"/>
              </a:defRPr>
            </a:lvl4pPr>
            <a:lvl5pPr algn="l">
              <a:defRPr sz="1950" b="0">
                <a:solidFill>
                  <a:srgbClr val="586C6D"/>
                </a:solidFill>
                <a:latin typeface="Arial"/>
                <a:ea typeface="Arial"/>
                <a:cs typeface="Arial"/>
              </a:defRPr>
            </a:lvl5pPr>
            <a:lvl6pPr algn="l">
              <a:defRPr sz="1950" b="0">
                <a:solidFill>
                  <a:srgbClr val="586C6D"/>
                </a:solidFill>
                <a:latin typeface="Arial"/>
                <a:ea typeface="Arial"/>
                <a:cs typeface="Arial"/>
              </a:defRPr>
            </a:lvl6pPr>
            <a:lvl7pPr algn="l">
              <a:defRPr sz="1950" b="0">
                <a:solidFill>
                  <a:srgbClr val="586C6D"/>
                </a:solidFill>
                <a:latin typeface="Arial"/>
                <a:ea typeface="Arial"/>
                <a:cs typeface="Arial"/>
              </a:defRPr>
            </a:lvl7pPr>
            <a:lvl8pPr algn="l">
              <a:defRPr sz="1950" b="0">
                <a:solidFill>
                  <a:srgbClr val="586C6D"/>
                </a:solidFill>
                <a:latin typeface="Arial"/>
                <a:ea typeface="Arial"/>
                <a:cs typeface="Arial"/>
              </a:defRPr>
            </a:lvl8pPr>
            <a:lvl9pPr algn="l">
              <a:defRPr sz="1950" b="0">
                <a:solidFill>
                  <a:srgbClr val="586C6D"/>
                </a:solidFill>
                <a:latin typeface="Arial"/>
                <a:ea typeface="Arial"/>
                <a:cs typeface="Arial"/>
              </a:defRPr>
            </a:lvl9pPr>
          </a:lstStyle>
          <a:p xmlns:a="http://schemas.openxmlformats.org/drawingml/2006/main">
            <a:pPr algn="l">
              <a:lnSpc>
                <a:spcPct val="108000"/>
              </a:lnSpc>
              <a:buNone/>
              <a:defRPr sz="1950" b="0">
                <a:solidFill>
                  <a:srgbClr val="586C6D"/>
                </a:solidFill>
                <a:latin typeface="Arial"/>
                <a:ea typeface="Arial"/>
                <a:cs typeface="Arial"/>
              </a:defRPr>
            </a:pPr>
            <a:r>
              <a:rPr sz="1950" b="0">
                <a:solidFill>
                  <a:srgbClr val="586C6D"/>
                </a:solidFill>
                <a:latin typeface="Arial"/>
                <a:ea typeface="Arial"/>
                <a:cs typeface="Arial"/>
              </a:rPr>
              <a:t>116 с исходным расписанием</a:t>
            </a:r>
          </a:p>
          <a:p xmlns:a="http://schemas.openxmlformats.org/drawingml/2006/main">
            <a:pPr algn="l">
              <a:lnSpc>
                <a:spcPct val="108000"/>
              </a:lnSpc>
              <a:buNone/>
              <a:defRPr sz="1950" b="0">
                <a:solidFill>
                  <a:srgbClr val="586C6D"/>
                </a:solidFill>
                <a:latin typeface="Arial"/>
                <a:ea typeface="Arial"/>
                <a:cs typeface="Arial"/>
              </a:defRPr>
            </a:pPr>
            <a:r>
              <a:rPr sz="1950" b="0">
                <a:solidFill>
                  <a:srgbClr val="586C6D"/>
                </a:solidFill>
                <a:latin typeface="Arial"/>
                <a:ea typeface="Arial"/>
                <a:cs typeface="Arial"/>
              </a:rPr>
              <a:t>Автоматический сбор через Overpass</a:t>
            </a:r>
          </a:p>
        </p:txBody>
      </p:sp>
      <p:sp>
        <p:nvSpPr>
          <p:cNvPr id="5" name="">
            <a:extLst xmlns:a="http://schemas.openxmlformats.org/drawingml/2006/main">
              <a:ext uri="{FF2B5EF4-FFF2-40B4-BE49-F238E27FC236}">
                <a16:creationId xmlns:a16="http://schemas.microsoft.com/office/drawing/2014/main" id="{A3D1FCD9-A740-4F72-93D4-3355C843B1BB}"/>
              </a:ext>
            </a:extLst>
          </p:cNvPr>
          <p:cNvSpPr>
            <a:spLocks xmlns:a="http://schemas.openxmlformats.org/drawingml/2006/main" noGrp="1"/>
          </p:cNvSpPr>
          <p:nvPr/>
        </p:nvSpPr>
        <p:spPr>
          <a:xfrm xmlns:a="http://schemas.openxmlformats.org/drawingml/2006/main">
            <a:off x="6096000" y="3857625"/>
            <a:ext cx="5467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75A63"/>
                </a:solidFill>
                <a:latin typeface="Arial"/>
                <a:ea typeface="Arial"/>
                <a:cs typeface="Arial"/>
              </a:defRPr>
            </a:defPPr>
            <a:lvl1pPr algn="l">
              <a:defRPr sz="2250" b="1">
                <a:solidFill>
                  <a:srgbClr val="075A63"/>
                </a:solidFill>
                <a:latin typeface="Arial"/>
                <a:ea typeface="Arial"/>
                <a:cs typeface="Arial"/>
              </a:defRPr>
            </a:lvl1pPr>
            <a:lvl2pPr algn="l">
              <a:defRPr sz="2250" b="1">
                <a:solidFill>
                  <a:srgbClr val="075A63"/>
                </a:solidFill>
                <a:latin typeface="Arial"/>
                <a:ea typeface="Arial"/>
                <a:cs typeface="Arial"/>
              </a:defRPr>
            </a:lvl2pPr>
            <a:lvl3pPr algn="l">
              <a:defRPr sz="2250" b="1">
                <a:solidFill>
                  <a:srgbClr val="075A63"/>
                </a:solidFill>
                <a:latin typeface="Arial"/>
                <a:ea typeface="Arial"/>
                <a:cs typeface="Arial"/>
              </a:defRPr>
            </a:lvl3pPr>
            <a:lvl4pPr algn="l">
              <a:defRPr sz="2250" b="1">
                <a:solidFill>
                  <a:srgbClr val="075A63"/>
                </a:solidFill>
                <a:latin typeface="Arial"/>
                <a:ea typeface="Arial"/>
                <a:cs typeface="Arial"/>
              </a:defRPr>
            </a:lvl4pPr>
            <a:lvl5pPr algn="l">
              <a:defRPr sz="2250" b="1">
                <a:solidFill>
                  <a:srgbClr val="075A63"/>
                </a:solidFill>
                <a:latin typeface="Arial"/>
                <a:ea typeface="Arial"/>
                <a:cs typeface="Arial"/>
              </a:defRPr>
            </a:lvl5pPr>
            <a:lvl6pPr algn="l">
              <a:defRPr sz="2250" b="1">
                <a:solidFill>
                  <a:srgbClr val="075A63"/>
                </a:solidFill>
                <a:latin typeface="Arial"/>
                <a:ea typeface="Arial"/>
                <a:cs typeface="Arial"/>
              </a:defRPr>
            </a:lvl6pPr>
            <a:lvl7pPr algn="l">
              <a:defRPr sz="2250" b="1">
                <a:solidFill>
                  <a:srgbClr val="075A63"/>
                </a:solidFill>
                <a:latin typeface="Arial"/>
                <a:ea typeface="Arial"/>
                <a:cs typeface="Arial"/>
              </a:defRPr>
            </a:lvl7pPr>
            <a:lvl8pPr algn="l">
              <a:defRPr sz="2250" b="1">
                <a:solidFill>
                  <a:srgbClr val="075A63"/>
                </a:solidFill>
                <a:latin typeface="Arial"/>
                <a:ea typeface="Arial"/>
                <a:cs typeface="Arial"/>
              </a:defRPr>
            </a:lvl8pPr>
            <a:lvl9pPr algn="l">
              <a:defRPr sz="2250" b="1">
                <a:solidFill>
                  <a:srgbClr val="075A63"/>
                </a:solidFill>
                <a:latin typeface="Arial"/>
                <a:ea typeface="Arial"/>
                <a:cs typeface="Arial"/>
              </a:defRPr>
            </a:lvl9pPr>
          </a:lstStyle>
          <a:p xmlns:a="http://schemas.openxmlformats.org/drawingml/2006/main">
            <a:pPr algn="l">
              <a:lnSpc>
                <a:spcPct val="108000"/>
              </a:lnSpc>
              <a:buNone/>
              <a:defRPr sz="2250" b="1">
                <a:solidFill>
                  <a:srgbClr val="075A63"/>
                </a:solidFill>
                <a:latin typeface="Arial"/>
                <a:ea typeface="Arial"/>
                <a:cs typeface="Arial"/>
              </a:defRPr>
            </a:pPr>
            <a:r>
              <a:rPr sz="2250" b="1">
                <a:solidFill>
                  <a:srgbClr val="075A63"/>
                </a:solidFill>
                <a:latin typeface="Arial"/>
                <a:ea typeface="Arial"/>
                <a:cs typeface="Arial"/>
              </a:rPr>
              <a:t>278 проверок кода</a:t>
            </a:r>
          </a:p>
          <a:p xmlns:a="http://schemas.openxmlformats.org/drawingml/2006/main">
            <a:pPr algn="l">
              <a:lnSpc>
                <a:spcPct val="108000"/>
              </a:lnSpc>
              <a:buNone/>
              <a:defRPr sz="2250" b="1">
                <a:solidFill>
                  <a:srgbClr val="075A63"/>
                </a:solidFill>
                <a:latin typeface="Arial"/>
                <a:ea typeface="Arial"/>
                <a:cs typeface="Arial"/>
              </a:defRPr>
            </a:pPr>
            <a:r>
              <a:rPr sz="2250" b="1">
                <a:solidFill>
                  <a:srgbClr val="075A63"/>
                </a:solidFill>
                <a:latin typeface="Arial"/>
                <a:ea typeface="Arial"/>
                <a:cs typeface="Arial"/>
              </a:rPr>
              <a:t>без ошибок</a:t>
            </a:r>
          </a:p>
        </p:txBody>
      </p:sp>
      <p:sp>
        <p:nvSpPr>
          <p:cNvPr id="6" name="">
            <a:extLst xmlns:a="http://schemas.openxmlformats.org/drawingml/2006/main">
              <a:ext uri="{FF2B5EF4-FFF2-40B4-BE49-F238E27FC236}">
                <a16:creationId xmlns:a16="http://schemas.microsoft.com/office/drawing/2014/main" id="{748E4A43-3A98-4B29-A264-A881EDB65298}"/>
              </a:ext>
            </a:extLst>
          </p:cNvPr>
          <p:cNvSpPr>
            <a:spLocks xmlns:a="http://schemas.openxmlformats.org/drawingml/2006/main" noGrp="1"/>
          </p:cNvSpPr>
          <p:nvPr/>
        </p:nvSpPr>
        <p:spPr>
          <a:xfrm xmlns:a="http://schemas.openxmlformats.org/drawingml/2006/main">
            <a:off x="6096000" y="4981575"/>
            <a:ext cx="5467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83D42"/>
                </a:solidFill>
                <a:latin typeface="Arial"/>
                <a:ea typeface="Arial"/>
                <a:cs typeface="Arial"/>
              </a:defRPr>
            </a:defPPr>
            <a:lvl1pPr algn="l">
              <a:defRPr sz="2025" b="0">
                <a:solidFill>
                  <a:srgbClr val="183D42"/>
                </a:solidFill>
                <a:latin typeface="Arial"/>
                <a:ea typeface="Arial"/>
                <a:cs typeface="Arial"/>
              </a:defRPr>
            </a:lvl1pPr>
            <a:lvl2pPr algn="l">
              <a:defRPr sz="2025" b="0">
                <a:solidFill>
                  <a:srgbClr val="183D42"/>
                </a:solidFill>
                <a:latin typeface="Arial"/>
                <a:ea typeface="Arial"/>
                <a:cs typeface="Arial"/>
              </a:defRPr>
            </a:lvl2pPr>
            <a:lvl3pPr algn="l">
              <a:defRPr sz="2025" b="0">
                <a:solidFill>
                  <a:srgbClr val="183D42"/>
                </a:solidFill>
                <a:latin typeface="Arial"/>
                <a:ea typeface="Arial"/>
                <a:cs typeface="Arial"/>
              </a:defRPr>
            </a:lvl3pPr>
            <a:lvl4pPr algn="l">
              <a:defRPr sz="2025" b="0">
                <a:solidFill>
                  <a:srgbClr val="183D42"/>
                </a:solidFill>
                <a:latin typeface="Arial"/>
                <a:ea typeface="Arial"/>
                <a:cs typeface="Arial"/>
              </a:defRPr>
            </a:lvl4pPr>
            <a:lvl5pPr algn="l">
              <a:defRPr sz="2025" b="0">
                <a:solidFill>
                  <a:srgbClr val="183D42"/>
                </a:solidFill>
                <a:latin typeface="Arial"/>
                <a:ea typeface="Arial"/>
                <a:cs typeface="Arial"/>
              </a:defRPr>
            </a:lvl5pPr>
            <a:lvl6pPr algn="l">
              <a:defRPr sz="2025" b="0">
                <a:solidFill>
                  <a:srgbClr val="183D42"/>
                </a:solidFill>
                <a:latin typeface="Arial"/>
                <a:ea typeface="Arial"/>
                <a:cs typeface="Arial"/>
              </a:defRPr>
            </a:lvl6pPr>
            <a:lvl7pPr algn="l">
              <a:defRPr sz="2025" b="0">
                <a:solidFill>
                  <a:srgbClr val="183D42"/>
                </a:solidFill>
                <a:latin typeface="Arial"/>
                <a:ea typeface="Arial"/>
                <a:cs typeface="Arial"/>
              </a:defRPr>
            </a:lvl7pPr>
            <a:lvl8pPr algn="l">
              <a:defRPr sz="2025" b="0">
                <a:solidFill>
                  <a:srgbClr val="183D42"/>
                </a:solidFill>
                <a:latin typeface="Arial"/>
                <a:ea typeface="Arial"/>
                <a:cs typeface="Arial"/>
              </a:defRPr>
            </a:lvl8pPr>
            <a:lvl9pPr algn="l">
              <a:defRPr sz="2025" b="0">
                <a:solidFill>
                  <a:srgbClr val="183D42"/>
                </a:solidFill>
                <a:latin typeface="Arial"/>
                <a:ea typeface="Arial"/>
                <a:cs typeface="Arial"/>
              </a:defRPr>
            </a:lvl9pPr>
          </a:lstStyle>
          <a:p xmlns:a="http://schemas.openxmlformats.org/drawingml/2006/main">
            <a:pPr algn="l">
              <a:lnSpc>
                <a:spcPct val="108000"/>
              </a:lnSpc>
              <a:buNone/>
              <a:defRPr sz="2025" b="0">
                <a:solidFill>
                  <a:srgbClr val="183D42"/>
                </a:solidFill>
                <a:latin typeface="Arial"/>
                <a:ea typeface="Arial"/>
                <a:cs typeface="Arial"/>
              </a:defRPr>
            </a:pPr>
            <a:r>
              <a:rPr sz="2025" b="0">
                <a:solidFill>
                  <a:srgbClr val="183D42"/>
                </a:solidFill>
                <a:latin typeface="Arial"/>
                <a:ea typeface="Arial"/>
                <a:cs typeface="Arial"/>
              </a:rPr>
              <a:t>Основной сценарий с Gemini</a:t>
            </a:r>
          </a:p>
          <a:p xmlns:a="http://schemas.openxmlformats.org/drawingml/2006/main">
            <a:pPr algn="l">
              <a:lnSpc>
                <a:spcPct val="108000"/>
              </a:lnSpc>
              <a:buNone/>
              <a:defRPr sz="2025" b="0">
                <a:solidFill>
                  <a:srgbClr val="183D42"/>
                </a:solidFill>
                <a:latin typeface="Arial"/>
                <a:ea typeface="Arial"/>
                <a:cs typeface="Arial"/>
              </a:defRPr>
            </a:pPr>
            <a:r>
              <a:rPr sz="2025" b="0">
                <a:solidFill>
                  <a:srgbClr val="183D42"/>
                </a:solidFill>
                <a:latin typeface="Arial"/>
                <a:ea typeface="Arial"/>
                <a:cs typeface="Arial"/>
              </a:rPr>
              <a:t>проверен на публичном сайте</a:t>
            </a:r>
          </a:p>
        </p:txBody>
      </p:sp>
      <p:sp>
        <p:nvSpPr>
          <p:cNvPr id="7" name="">
            <a:extLst xmlns:a="http://schemas.openxmlformats.org/drawingml/2006/main">
              <a:ext uri="{FF2B5EF4-FFF2-40B4-BE49-F238E27FC236}">
                <a16:creationId xmlns:a16="http://schemas.microsoft.com/office/drawing/2014/main" id="{5C3BFA09-58AC-4C36-9150-44D48AB9B14A}"/>
              </a:ext>
            </a:extLst>
          </p:cNvPr>
          <p:cNvSpPr>
            <a:spLocks xmlns:a="http://schemas.openxmlformats.org/drawingml/2006/main" noGrp="1"/>
          </p:cNvSpPr>
          <p:nvPr/>
        </p:nvSpPr>
        <p:spPr>
          <a:xfrm xmlns:a="http://schemas.openxmlformats.org/drawingml/2006/main">
            <a:off x="647700" y="6276975"/>
            <a:ext cx="109156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6C6D"/>
                </a:solidFill>
                <a:latin typeface="Arial"/>
                <a:ea typeface="Arial"/>
                <a:cs typeface="Arial"/>
              </a:defRPr>
            </a:defPPr>
            <a:lvl1pPr algn="l">
              <a:defRPr sz="1725" b="0">
                <a:solidFill>
                  <a:srgbClr val="586C6D"/>
                </a:solidFill>
                <a:latin typeface="Arial"/>
                <a:ea typeface="Arial"/>
                <a:cs typeface="Arial"/>
              </a:defRPr>
            </a:lvl1pPr>
            <a:lvl2pPr algn="l">
              <a:defRPr sz="1725" b="0">
                <a:solidFill>
                  <a:srgbClr val="586C6D"/>
                </a:solidFill>
                <a:latin typeface="Arial"/>
                <a:ea typeface="Arial"/>
                <a:cs typeface="Arial"/>
              </a:defRPr>
            </a:lvl2pPr>
            <a:lvl3pPr algn="l">
              <a:defRPr sz="1725" b="0">
                <a:solidFill>
                  <a:srgbClr val="586C6D"/>
                </a:solidFill>
                <a:latin typeface="Arial"/>
                <a:ea typeface="Arial"/>
                <a:cs typeface="Arial"/>
              </a:defRPr>
            </a:lvl3pPr>
            <a:lvl4pPr algn="l">
              <a:defRPr sz="1725" b="0">
                <a:solidFill>
                  <a:srgbClr val="586C6D"/>
                </a:solidFill>
                <a:latin typeface="Arial"/>
                <a:ea typeface="Arial"/>
                <a:cs typeface="Arial"/>
              </a:defRPr>
            </a:lvl4pPr>
            <a:lvl5pPr algn="l">
              <a:defRPr sz="1725" b="0">
                <a:solidFill>
                  <a:srgbClr val="586C6D"/>
                </a:solidFill>
                <a:latin typeface="Arial"/>
                <a:ea typeface="Arial"/>
                <a:cs typeface="Arial"/>
              </a:defRPr>
            </a:lvl5pPr>
            <a:lvl6pPr algn="l">
              <a:defRPr sz="1725" b="0">
                <a:solidFill>
                  <a:srgbClr val="586C6D"/>
                </a:solidFill>
                <a:latin typeface="Arial"/>
                <a:ea typeface="Arial"/>
                <a:cs typeface="Arial"/>
              </a:defRPr>
            </a:lvl6pPr>
            <a:lvl7pPr algn="l">
              <a:defRPr sz="1725" b="0">
                <a:solidFill>
                  <a:srgbClr val="586C6D"/>
                </a:solidFill>
                <a:latin typeface="Arial"/>
                <a:ea typeface="Arial"/>
                <a:cs typeface="Arial"/>
              </a:defRPr>
            </a:lvl7pPr>
            <a:lvl8pPr algn="l">
              <a:defRPr sz="1725" b="0">
                <a:solidFill>
                  <a:srgbClr val="586C6D"/>
                </a:solidFill>
                <a:latin typeface="Arial"/>
                <a:ea typeface="Arial"/>
                <a:cs typeface="Arial"/>
              </a:defRPr>
            </a:lvl8pPr>
            <a:lvl9pPr algn="l">
              <a:defRPr sz="1725" b="0">
                <a:solidFill>
                  <a:srgbClr val="586C6D"/>
                </a:solidFill>
                <a:latin typeface="Arial"/>
                <a:ea typeface="Arial"/>
                <a:cs typeface="Arial"/>
              </a:defRPr>
            </a:lvl9pPr>
          </a:lstStyle>
          <a:p xmlns:a="http://schemas.openxmlformats.org/drawingml/2006/main">
            <a:pPr algn="l">
              <a:lnSpc>
                <a:spcPct val="108000"/>
              </a:lnSpc>
              <a:buNone/>
              <a:defRPr sz="1725" b="0">
                <a:solidFill>
                  <a:srgbClr val="586C6D"/>
                </a:solidFill>
                <a:latin typeface="Arial"/>
                <a:ea typeface="Arial"/>
                <a:cs typeface="Arial"/>
              </a:defRPr>
            </a:pPr>
            <a:r>
              <a:rPr sz="1725" b="0">
                <a:solidFill>
                  <a:srgbClr val="586C6D"/>
                </a:solidFill>
                <a:latin typeface="Arial"/>
                <a:ea typeface="Arial"/>
                <a:cs typeface="Arial"/>
              </a:rPr>
              <a:t>Снимок центральной Астаны. Полевые пути и пользовательская польза ещё требуют проверки.</a:t>
            </a:r>
          </a:p>
        </p:txBody>
      </p:sp>
    </p:spTree>
    <p:extLst>
      <p:ext uri="{BB962C8B-B14F-4D97-AF65-F5344CB8AC3E}">
        <p14:creationId xmlns:p14="http://schemas.microsoft.com/office/powerpoint/2010/main" val="532914486"/>
      </p:ext>
    </p:extLst>
  </p:cSld>
</p:sld>
</file>

<file path=ppt/slides/slide9.xml><?xml version="1.0" encoding="utf-8"?>
<p:sld xmlns:p="http://schemas.openxmlformats.org/presentationml/2006/main">
  <p:cSld>
    <p:bg>
      <p:bgPr>
        <a:solidFill xmlns:a="http://schemas.openxmlformats.org/drawingml/2006/main">
          <a:srgbClr val="F7F3E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7CB017-3137-434C-8AB1-17DF64BDD875}"/>
              </a:ext>
            </a:extLst>
          </p:cNvPr>
          <p:cNvSpPr>
            <a:spLocks xmlns:a="http://schemas.openxmlformats.org/drawingml/2006/main" noGrp="1"/>
          </p:cNvSpPr>
          <p:nvPr/>
        </p:nvSpPr>
        <p:spPr>
          <a:xfrm xmlns:a="http://schemas.openxmlformats.org/drawingml/2006/main">
            <a:off x="609600" y="438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Следующая проверка с людьми</a:t>
            </a:r>
          </a:p>
        </p:txBody>
      </p:sp>
      <p:sp>
        <p:nvSpPr>
          <p:cNvPr id="2" name="">
            <a:extLst xmlns:a="http://schemas.openxmlformats.org/drawingml/2006/main">
              <a:ext uri="{FF2B5EF4-FFF2-40B4-BE49-F238E27FC236}">
                <a16:creationId xmlns:a16="http://schemas.microsoft.com/office/drawing/2014/main" id="{B588CD58-2145-440C-BE48-76E684727479}"/>
              </a:ext>
            </a:extLst>
          </p:cNvPr>
          <p:cNvSpPr>
            <a:spLocks xmlns:a="http://schemas.openxmlformats.org/drawingml/2006/main" noGrp="1"/>
          </p:cNvSpPr>
          <p:nvPr/>
        </p:nvSpPr>
        <p:spPr>
          <a:xfrm xmlns:a="http://schemas.openxmlformats.org/drawingml/2006/main">
            <a:off x="628650" y="1714500"/>
            <a:ext cx="7239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075A63"/>
                </a:solidFill>
                <a:latin typeface="Georgia"/>
                <a:ea typeface="Georgia"/>
                <a:cs typeface="Georgia"/>
              </a:defRPr>
            </a:defPPr>
            <a:lvl1pPr algn="l">
              <a:defRPr sz="3675" b="0">
                <a:solidFill>
                  <a:srgbClr val="075A63"/>
                </a:solidFill>
                <a:latin typeface="Georgia"/>
                <a:ea typeface="Georgia"/>
                <a:cs typeface="Georgia"/>
              </a:defRPr>
            </a:lvl1pPr>
            <a:lvl2pPr algn="l">
              <a:defRPr sz="3675" b="0">
                <a:solidFill>
                  <a:srgbClr val="075A63"/>
                </a:solidFill>
                <a:latin typeface="Georgia"/>
                <a:ea typeface="Georgia"/>
                <a:cs typeface="Georgia"/>
              </a:defRPr>
            </a:lvl2pPr>
            <a:lvl3pPr algn="l">
              <a:defRPr sz="3675" b="0">
                <a:solidFill>
                  <a:srgbClr val="075A63"/>
                </a:solidFill>
                <a:latin typeface="Georgia"/>
                <a:ea typeface="Georgia"/>
                <a:cs typeface="Georgia"/>
              </a:defRPr>
            </a:lvl3pPr>
            <a:lvl4pPr algn="l">
              <a:defRPr sz="3675" b="0">
                <a:solidFill>
                  <a:srgbClr val="075A63"/>
                </a:solidFill>
                <a:latin typeface="Georgia"/>
                <a:ea typeface="Georgia"/>
                <a:cs typeface="Georgia"/>
              </a:defRPr>
            </a:lvl4pPr>
            <a:lvl5pPr algn="l">
              <a:defRPr sz="3675" b="0">
                <a:solidFill>
                  <a:srgbClr val="075A63"/>
                </a:solidFill>
                <a:latin typeface="Georgia"/>
                <a:ea typeface="Georgia"/>
                <a:cs typeface="Georgia"/>
              </a:defRPr>
            </a:lvl5pPr>
            <a:lvl6pPr algn="l">
              <a:defRPr sz="3675" b="0">
                <a:solidFill>
                  <a:srgbClr val="075A63"/>
                </a:solidFill>
                <a:latin typeface="Georgia"/>
                <a:ea typeface="Georgia"/>
                <a:cs typeface="Georgia"/>
              </a:defRPr>
            </a:lvl6pPr>
            <a:lvl7pPr algn="l">
              <a:defRPr sz="3675" b="0">
                <a:solidFill>
                  <a:srgbClr val="075A63"/>
                </a:solidFill>
                <a:latin typeface="Georgia"/>
                <a:ea typeface="Georgia"/>
                <a:cs typeface="Georgia"/>
              </a:defRPr>
            </a:lvl7pPr>
            <a:lvl8pPr algn="l">
              <a:defRPr sz="3675" b="0">
                <a:solidFill>
                  <a:srgbClr val="075A63"/>
                </a:solidFill>
                <a:latin typeface="Georgia"/>
                <a:ea typeface="Georgia"/>
                <a:cs typeface="Georgia"/>
              </a:defRPr>
            </a:lvl8pPr>
            <a:lvl9pPr algn="l">
              <a:defRPr sz="3675" b="0">
                <a:solidFill>
                  <a:srgbClr val="075A63"/>
                </a:solidFill>
                <a:latin typeface="Georgia"/>
                <a:ea typeface="Georgia"/>
                <a:cs typeface="Georgia"/>
              </a:defRPr>
            </a:lvl9pPr>
          </a:lstStyle>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Короткая пауза</a:t>
            </a:r>
          </a:p>
          <a:p xmlns:a="http://schemas.openxmlformats.org/drawingml/2006/main">
            <a:pPr algn="l">
              <a:lnSpc>
                <a:spcPct val="108000"/>
              </a:lnSpc>
              <a:buNone/>
              <a:defRPr sz="3675" b="0">
                <a:solidFill>
                  <a:srgbClr val="075A63"/>
                </a:solidFill>
                <a:latin typeface="Georgia"/>
                <a:ea typeface="Georgia"/>
                <a:cs typeface="Georgia"/>
              </a:defRPr>
            </a:pPr>
            <a:r>
              <a:rPr sz="3675" b="0">
                <a:solidFill>
                  <a:srgbClr val="075A63"/>
                </a:solidFill>
                <a:latin typeface="Georgia"/>
                <a:ea typeface="Georgia"/>
                <a:cs typeface="Georgia"/>
              </a:rPr>
              <a:t>между занятиями</a:t>
            </a:r>
          </a:p>
        </p:txBody>
      </p:sp>
      <p:sp>
        <p:nvSpPr>
          <p:cNvPr id="3" name="">
            <a:extLst xmlns:a="http://schemas.openxmlformats.org/drawingml/2006/main">
              <a:ext uri="{FF2B5EF4-FFF2-40B4-BE49-F238E27FC236}">
                <a16:creationId xmlns:a16="http://schemas.microsoft.com/office/drawing/2014/main" id="{19399740-E9C0-47EE-9A52-EEC4F268DD93}"/>
              </a:ext>
            </a:extLst>
          </p:cNvPr>
          <p:cNvSpPr>
            <a:spLocks xmlns:a="http://schemas.openxmlformats.org/drawingml/2006/main" noGrp="1"/>
          </p:cNvSpPr>
          <p:nvPr/>
        </p:nvSpPr>
        <p:spPr>
          <a:xfrm xmlns:a="http://schemas.openxmlformats.org/drawingml/2006/main">
            <a:off x="666750" y="3505200"/>
            <a:ext cx="714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CA5B37"/>
                </a:solidFill>
                <a:latin typeface="Arial"/>
                <a:ea typeface="Arial"/>
                <a:cs typeface="Arial"/>
              </a:defRPr>
            </a:defPPr>
            <a:lvl1pPr algn="l">
              <a:defRPr sz="2325" b="0">
                <a:solidFill>
                  <a:srgbClr val="CA5B37"/>
                </a:solidFill>
                <a:latin typeface="Arial"/>
                <a:ea typeface="Arial"/>
                <a:cs typeface="Arial"/>
              </a:defRPr>
            </a:lvl1pPr>
            <a:lvl2pPr algn="l">
              <a:defRPr sz="2325" b="0">
                <a:solidFill>
                  <a:srgbClr val="CA5B37"/>
                </a:solidFill>
                <a:latin typeface="Arial"/>
                <a:ea typeface="Arial"/>
                <a:cs typeface="Arial"/>
              </a:defRPr>
            </a:lvl2pPr>
            <a:lvl3pPr algn="l">
              <a:defRPr sz="2325" b="0">
                <a:solidFill>
                  <a:srgbClr val="CA5B37"/>
                </a:solidFill>
                <a:latin typeface="Arial"/>
                <a:ea typeface="Arial"/>
                <a:cs typeface="Arial"/>
              </a:defRPr>
            </a:lvl3pPr>
            <a:lvl4pPr algn="l">
              <a:defRPr sz="2325" b="0">
                <a:solidFill>
                  <a:srgbClr val="CA5B37"/>
                </a:solidFill>
                <a:latin typeface="Arial"/>
                <a:ea typeface="Arial"/>
                <a:cs typeface="Arial"/>
              </a:defRPr>
            </a:lvl4pPr>
            <a:lvl5pPr algn="l">
              <a:defRPr sz="2325" b="0">
                <a:solidFill>
                  <a:srgbClr val="CA5B37"/>
                </a:solidFill>
                <a:latin typeface="Arial"/>
                <a:ea typeface="Arial"/>
                <a:cs typeface="Arial"/>
              </a:defRPr>
            </a:lvl5pPr>
            <a:lvl6pPr algn="l">
              <a:defRPr sz="2325" b="0">
                <a:solidFill>
                  <a:srgbClr val="CA5B37"/>
                </a:solidFill>
                <a:latin typeface="Arial"/>
                <a:ea typeface="Arial"/>
                <a:cs typeface="Arial"/>
              </a:defRPr>
            </a:lvl6pPr>
            <a:lvl7pPr algn="l">
              <a:defRPr sz="2325" b="0">
                <a:solidFill>
                  <a:srgbClr val="CA5B37"/>
                </a:solidFill>
                <a:latin typeface="Arial"/>
                <a:ea typeface="Arial"/>
                <a:cs typeface="Arial"/>
              </a:defRPr>
            </a:lvl7pPr>
            <a:lvl8pPr algn="l">
              <a:defRPr sz="2325" b="0">
                <a:solidFill>
                  <a:srgbClr val="CA5B37"/>
                </a:solidFill>
                <a:latin typeface="Arial"/>
                <a:ea typeface="Arial"/>
                <a:cs typeface="Arial"/>
              </a:defRPr>
            </a:lvl8pPr>
            <a:lvl9pPr algn="l">
              <a:defRPr sz="2325" b="0">
                <a:solidFill>
                  <a:srgbClr val="CA5B37"/>
                </a:solidFill>
                <a:latin typeface="Arial"/>
                <a:ea typeface="Arial"/>
                <a:cs typeface="Arial"/>
              </a:defRPr>
            </a:lvl9pPr>
          </a:lstStyle>
          <a:p xmlns:a="http://schemas.openxmlformats.org/drawingml/2006/main">
            <a:pPr algn="l">
              <a:lnSpc>
                <a:spcPct val="108000"/>
              </a:lnSpc>
              <a:buNone/>
              <a:defRPr sz="2325" b="0">
                <a:solidFill>
                  <a:srgbClr val="CA5B37"/>
                </a:solidFill>
                <a:latin typeface="Arial"/>
                <a:ea typeface="Arial"/>
                <a:cs typeface="Arial"/>
              </a:defRPr>
            </a:pPr>
            <a:r>
              <a:rPr sz="2325" b="0">
                <a:solidFill>
                  <a:srgbClr val="CA5B37"/>
                </a:solidFill>
                <a:latin typeface="Arial"/>
                <a:ea typeface="Arial"/>
                <a:cs typeface="Arial"/>
              </a:rPr>
              <a:t>Следующий эксперимент:</a:t>
            </a:r>
          </a:p>
          <a:p xmlns:a="http://schemas.openxmlformats.org/drawingml/2006/main">
            <a:pPr algn="l">
              <a:lnSpc>
                <a:spcPct val="108000"/>
              </a:lnSpc>
              <a:buNone/>
              <a:defRPr sz="2325" b="0">
                <a:solidFill>
                  <a:srgbClr val="CA5B37"/>
                </a:solidFill>
                <a:latin typeface="Arial"/>
                <a:ea typeface="Arial"/>
                <a:cs typeface="Arial"/>
              </a:defRPr>
            </a:pPr>
            <a:r>
              <a:rPr sz="2325" b="0">
                <a:solidFill>
                  <a:srgbClr val="CA5B37"/>
                </a:solidFill>
                <a:latin typeface="Arial"/>
                <a:ea typeface="Arial"/>
                <a:cs typeface="Arial"/>
              </a:rPr>
              <a:t>5 добровольных наблюдений</a:t>
            </a:r>
          </a:p>
        </p:txBody>
      </p:sp>
      <p:sp>
        <p:nvSpPr>
          <p:cNvPr id="4" name="">
            <a:extLst xmlns:a="http://schemas.openxmlformats.org/drawingml/2006/main">
              <a:ext uri="{FF2B5EF4-FFF2-40B4-BE49-F238E27FC236}">
                <a16:creationId xmlns:a16="http://schemas.microsoft.com/office/drawing/2014/main" id="{3BB9225B-5BAA-4137-94E6-28B3BEBA1F9F}"/>
              </a:ext>
            </a:extLst>
          </p:cNvPr>
          <p:cNvSpPr>
            <a:spLocks xmlns:a="http://schemas.openxmlformats.org/drawingml/2006/main" noGrp="1"/>
          </p:cNvSpPr>
          <p:nvPr/>
        </p:nvSpPr>
        <p:spPr>
          <a:xfrm xmlns:a="http://schemas.openxmlformats.org/drawingml/2006/main">
            <a:off x="666750" y="4857750"/>
            <a:ext cx="714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83D42"/>
                </a:solidFill>
                <a:latin typeface="Arial"/>
                <a:ea typeface="Arial"/>
                <a:cs typeface="Arial"/>
              </a:defRPr>
            </a:defPPr>
            <a:lvl1pPr algn="l">
              <a:defRPr sz="2250" b="0">
                <a:solidFill>
                  <a:srgbClr val="183D42"/>
                </a:solidFill>
                <a:latin typeface="Arial"/>
                <a:ea typeface="Arial"/>
                <a:cs typeface="Arial"/>
              </a:defRPr>
            </a:lvl1pPr>
            <a:lvl2pPr algn="l">
              <a:defRPr sz="2250" b="0">
                <a:solidFill>
                  <a:srgbClr val="183D42"/>
                </a:solidFill>
                <a:latin typeface="Arial"/>
                <a:ea typeface="Arial"/>
                <a:cs typeface="Arial"/>
              </a:defRPr>
            </a:lvl2pPr>
            <a:lvl3pPr algn="l">
              <a:defRPr sz="2250" b="0">
                <a:solidFill>
                  <a:srgbClr val="183D42"/>
                </a:solidFill>
                <a:latin typeface="Arial"/>
                <a:ea typeface="Arial"/>
                <a:cs typeface="Arial"/>
              </a:defRPr>
            </a:lvl3pPr>
            <a:lvl4pPr algn="l">
              <a:defRPr sz="2250" b="0">
                <a:solidFill>
                  <a:srgbClr val="183D42"/>
                </a:solidFill>
                <a:latin typeface="Arial"/>
                <a:ea typeface="Arial"/>
                <a:cs typeface="Arial"/>
              </a:defRPr>
            </a:lvl4pPr>
            <a:lvl5pPr algn="l">
              <a:defRPr sz="2250" b="0">
                <a:solidFill>
                  <a:srgbClr val="183D42"/>
                </a:solidFill>
                <a:latin typeface="Arial"/>
                <a:ea typeface="Arial"/>
                <a:cs typeface="Arial"/>
              </a:defRPr>
            </a:lvl5pPr>
            <a:lvl6pPr algn="l">
              <a:defRPr sz="2250" b="0">
                <a:solidFill>
                  <a:srgbClr val="183D42"/>
                </a:solidFill>
                <a:latin typeface="Arial"/>
                <a:ea typeface="Arial"/>
                <a:cs typeface="Arial"/>
              </a:defRPr>
            </a:lvl6pPr>
            <a:lvl7pPr algn="l">
              <a:defRPr sz="2250" b="0">
                <a:solidFill>
                  <a:srgbClr val="183D42"/>
                </a:solidFill>
                <a:latin typeface="Arial"/>
                <a:ea typeface="Arial"/>
                <a:cs typeface="Arial"/>
              </a:defRPr>
            </a:lvl7pPr>
            <a:lvl8pPr algn="l">
              <a:defRPr sz="2250" b="0">
                <a:solidFill>
                  <a:srgbClr val="183D42"/>
                </a:solidFill>
                <a:latin typeface="Arial"/>
                <a:ea typeface="Arial"/>
                <a:cs typeface="Arial"/>
              </a:defRPr>
            </a:lvl8pPr>
            <a:lvl9pPr algn="l">
              <a:defRPr sz="2250" b="0">
                <a:solidFill>
                  <a:srgbClr val="183D42"/>
                </a:solidFill>
                <a:latin typeface="Arial"/>
                <a:ea typeface="Arial"/>
                <a:cs typeface="Arial"/>
              </a:defRPr>
            </a:lvl9pPr>
          </a:lstStyle>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Польза выбора, повторный выход</a:t>
            </a:r>
          </a:p>
          <a:p xmlns:a="http://schemas.openxmlformats.org/drawingml/2006/main">
            <a:pPr algn="l">
              <a:lnSpc>
                <a:spcPct val="108000"/>
              </a:lnSpc>
              <a:buNone/>
              <a:defRPr sz="2250" b="0">
                <a:solidFill>
                  <a:srgbClr val="183D42"/>
                </a:solidFill>
                <a:latin typeface="Arial"/>
                <a:ea typeface="Arial"/>
                <a:cs typeface="Arial"/>
              </a:defRPr>
            </a:pPr>
            <a:r>
              <a:rPr sz="2250" b="0">
                <a:solidFill>
                  <a:srgbClr val="183D42"/>
                </a:solidFill>
                <a:latin typeface="Arial"/>
                <a:ea typeface="Arial"/>
                <a:cs typeface="Arial"/>
              </a:rPr>
              <a:t>и труд обновления данных</a:t>
            </a:r>
          </a:p>
        </p:txBody>
      </p:sp>
      <p:pic>
        <p:nvPicPr>
          <p:cNvPr id="5" name="">
            <a:extLst xmlns:a="http://schemas.openxmlformats.org/drawingml/2006/main">
              <a:ext uri="{FF2B5EF4-FFF2-40B4-BE49-F238E27FC236}">
                <a16:creationId xmlns:a16="http://schemas.microsoft.com/office/drawing/2014/main" id="{7887EB11-5DFD-4E1A-8C4E-67F753967FD2}"/>
              </a:ext>
            </a:extLst>
          </p:cNvPr>
          <p:cNvPicPr>
            <a:picLocks xmlns:a="http://schemas.openxmlformats.org/drawingml/2006/main" noChangeAspect="1"/>
          </p:cNvPicPr>
          <p:nvPr/>
        </p:nvPicPr>
        <p:blipFill>
          <a:blip xmlns:r="http://schemas.openxmlformats.org/officeDocument/2006/relationships" xmlns:a="http://schemas.openxmlformats.org/drawingml/2006/main" r:embed="R108186f38e994d62"/>
          <a:stretch xmlns:a="http://schemas.openxmlformats.org/drawingml/2006/main"/>
        </p:blipFill>
        <p:spPr>
          <a:xfrm xmlns:a="http://schemas.openxmlformats.org/drawingml/2006/main">
            <a:off x="8840114" y="1676400"/>
            <a:ext cx="2169872" cy="46958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8F8F91D-5E39-4D5E-B1DD-706830286F6D}"/>
              </a:ext>
            </a:extLst>
          </p:cNvPr>
          <p:cNvSpPr>
            <a:spLocks xmlns:a="http://schemas.openxmlformats.org/drawingml/2006/main" noGrp="1"/>
          </p:cNvSpPr>
          <p:nvPr/>
        </p:nvSpPr>
        <p:spPr>
          <a:xfrm xmlns:a="http://schemas.openxmlformats.org/drawingml/2006/main">
            <a:off x="666750" y="627697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6C6D"/>
                </a:solidFill>
                <a:latin typeface="Arial"/>
                <a:ea typeface="Arial"/>
                <a:cs typeface="Arial"/>
              </a:defRPr>
            </a:defPPr>
            <a:lvl1pPr algn="l">
              <a:defRPr sz="1725" b="0">
                <a:solidFill>
                  <a:srgbClr val="586C6D"/>
                </a:solidFill>
                <a:latin typeface="Arial"/>
                <a:ea typeface="Arial"/>
                <a:cs typeface="Arial"/>
              </a:defRPr>
            </a:lvl1pPr>
            <a:lvl2pPr algn="l">
              <a:defRPr sz="1725" b="0">
                <a:solidFill>
                  <a:srgbClr val="586C6D"/>
                </a:solidFill>
                <a:latin typeface="Arial"/>
                <a:ea typeface="Arial"/>
                <a:cs typeface="Arial"/>
              </a:defRPr>
            </a:lvl2pPr>
            <a:lvl3pPr algn="l">
              <a:defRPr sz="1725" b="0">
                <a:solidFill>
                  <a:srgbClr val="586C6D"/>
                </a:solidFill>
                <a:latin typeface="Arial"/>
                <a:ea typeface="Arial"/>
                <a:cs typeface="Arial"/>
              </a:defRPr>
            </a:lvl3pPr>
            <a:lvl4pPr algn="l">
              <a:defRPr sz="1725" b="0">
                <a:solidFill>
                  <a:srgbClr val="586C6D"/>
                </a:solidFill>
                <a:latin typeface="Arial"/>
                <a:ea typeface="Arial"/>
                <a:cs typeface="Arial"/>
              </a:defRPr>
            </a:lvl4pPr>
            <a:lvl5pPr algn="l">
              <a:defRPr sz="1725" b="0">
                <a:solidFill>
                  <a:srgbClr val="586C6D"/>
                </a:solidFill>
                <a:latin typeface="Arial"/>
                <a:ea typeface="Arial"/>
                <a:cs typeface="Arial"/>
              </a:defRPr>
            </a:lvl5pPr>
            <a:lvl6pPr algn="l">
              <a:defRPr sz="1725" b="0">
                <a:solidFill>
                  <a:srgbClr val="586C6D"/>
                </a:solidFill>
                <a:latin typeface="Arial"/>
                <a:ea typeface="Arial"/>
                <a:cs typeface="Arial"/>
              </a:defRPr>
            </a:lvl6pPr>
            <a:lvl7pPr algn="l">
              <a:defRPr sz="1725" b="0">
                <a:solidFill>
                  <a:srgbClr val="586C6D"/>
                </a:solidFill>
                <a:latin typeface="Arial"/>
                <a:ea typeface="Arial"/>
                <a:cs typeface="Arial"/>
              </a:defRPr>
            </a:lvl7pPr>
            <a:lvl8pPr algn="l">
              <a:defRPr sz="1725" b="0">
                <a:solidFill>
                  <a:srgbClr val="586C6D"/>
                </a:solidFill>
                <a:latin typeface="Arial"/>
                <a:ea typeface="Arial"/>
                <a:cs typeface="Arial"/>
              </a:defRPr>
            </a:lvl8pPr>
            <a:lvl9pPr algn="l">
              <a:defRPr sz="1725" b="0">
                <a:solidFill>
                  <a:srgbClr val="586C6D"/>
                </a:solidFill>
                <a:latin typeface="Arial"/>
                <a:ea typeface="Arial"/>
                <a:cs typeface="Arial"/>
              </a:defRPr>
            </a:lvl9pPr>
          </a:lstStyle>
          <a:p xmlns:a="http://schemas.openxmlformats.org/drawingml/2006/main">
            <a:pPr algn="l">
              <a:lnSpc>
                <a:spcPct val="108000"/>
              </a:lnSpc>
              <a:buNone/>
              <a:defRPr sz="1725" b="0">
                <a:solidFill>
                  <a:srgbClr val="586C6D"/>
                </a:solidFill>
                <a:latin typeface="Arial"/>
                <a:ea typeface="Arial"/>
                <a:cs typeface="Arial"/>
              </a:defRPr>
            </a:pPr>
            <a:r>
              <a:rPr sz="1725" b="0">
                <a:solidFill>
                  <a:srgbClr val="586C6D"/>
                </a:solidFill>
                <a:latin typeface="Arial"/>
                <a:ea typeface="Arial"/>
                <a:cs typeface="Arial"/>
              </a:rPr>
              <a:t>Кампус или туристическая стойка: гипотеза будущего заказчика</a:t>
            </a:r>
          </a:p>
        </p:txBody>
      </p:sp>
    </p:spTree>
    <p:extLst>
      <p:ext uri="{BB962C8B-B14F-4D97-AF65-F5344CB8AC3E}">
        <p14:creationId xmlns:p14="http://schemas.microsoft.com/office/powerpoint/2010/main" val="74380151"/>
      </p:ext>
    </p:extLst>
  </p:cSld>
</p:sld>
</file>

<file path=ppt/slides/slide10.xml><?xml version="1.0" encoding="utf-8"?>
<p:sld xmlns:p="http://schemas.openxmlformats.org/presentationml/2006/main">
  <p:cSld>
    <p:bg>
      <p:bgPr>
        <a:solidFill xmlns:a="http://schemas.openxmlformats.org/drawingml/2006/main">
          <a:srgbClr val="075A63"/>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6BBC37C-C72C-443B-8827-CC52FCEE17FF}"/>
              </a:ext>
            </a:extLst>
          </p:cNvPr>
          <p:cNvSpPr>
            <a:spLocks xmlns:a="http://schemas.openxmlformats.org/drawingml/2006/main" noGrp="1"/>
          </p:cNvSpPr>
          <p:nvPr/>
        </p:nvSpPr>
        <p:spPr>
          <a:xfrm xmlns:a="http://schemas.openxmlformats.org/drawingml/2006/main">
            <a:off x="619125" y="523875"/>
            <a:ext cx="90487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850" b="1">
                <a:solidFill>
                  <a:srgbClr val="F7F3EB"/>
                </a:solidFill>
                <a:latin typeface="Arial"/>
                <a:ea typeface="Arial"/>
                <a:cs typeface="Arial"/>
              </a:defRPr>
            </a:defPPr>
            <a:lvl1pPr algn="l">
              <a:defRPr sz="5850" b="1">
                <a:solidFill>
                  <a:srgbClr val="F7F3EB"/>
                </a:solidFill>
                <a:latin typeface="Arial"/>
                <a:ea typeface="Arial"/>
                <a:cs typeface="Arial"/>
              </a:defRPr>
            </a:lvl1pPr>
            <a:lvl2pPr algn="l">
              <a:defRPr sz="5850" b="1">
                <a:solidFill>
                  <a:srgbClr val="F7F3EB"/>
                </a:solidFill>
                <a:latin typeface="Arial"/>
                <a:ea typeface="Arial"/>
                <a:cs typeface="Arial"/>
              </a:defRPr>
            </a:lvl2pPr>
            <a:lvl3pPr algn="l">
              <a:defRPr sz="5850" b="1">
                <a:solidFill>
                  <a:srgbClr val="F7F3EB"/>
                </a:solidFill>
                <a:latin typeface="Arial"/>
                <a:ea typeface="Arial"/>
                <a:cs typeface="Arial"/>
              </a:defRPr>
            </a:lvl3pPr>
            <a:lvl4pPr algn="l">
              <a:defRPr sz="5850" b="1">
                <a:solidFill>
                  <a:srgbClr val="F7F3EB"/>
                </a:solidFill>
                <a:latin typeface="Arial"/>
                <a:ea typeface="Arial"/>
                <a:cs typeface="Arial"/>
              </a:defRPr>
            </a:lvl4pPr>
            <a:lvl5pPr algn="l">
              <a:defRPr sz="5850" b="1">
                <a:solidFill>
                  <a:srgbClr val="F7F3EB"/>
                </a:solidFill>
                <a:latin typeface="Arial"/>
                <a:ea typeface="Arial"/>
                <a:cs typeface="Arial"/>
              </a:defRPr>
            </a:lvl5pPr>
            <a:lvl6pPr algn="l">
              <a:defRPr sz="5850" b="1">
                <a:solidFill>
                  <a:srgbClr val="F7F3EB"/>
                </a:solidFill>
                <a:latin typeface="Arial"/>
                <a:ea typeface="Arial"/>
                <a:cs typeface="Arial"/>
              </a:defRPr>
            </a:lvl6pPr>
            <a:lvl7pPr algn="l">
              <a:defRPr sz="5850" b="1">
                <a:solidFill>
                  <a:srgbClr val="F7F3EB"/>
                </a:solidFill>
                <a:latin typeface="Arial"/>
                <a:ea typeface="Arial"/>
                <a:cs typeface="Arial"/>
              </a:defRPr>
            </a:lvl7pPr>
            <a:lvl8pPr algn="l">
              <a:defRPr sz="5850" b="1">
                <a:solidFill>
                  <a:srgbClr val="F7F3EB"/>
                </a:solidFill>
                <a:latin typeface="Arial"/>
                <a:ea typeface="Arial"/>
                <a:cs typeface="Arial"/>
              </a:defRPr>
            </a:lvl8pPr>
            <a:lvl9pPr algn="l">
              <a:defRPr sz="5850" b="1">
                <a:solidFill>
                  <a:srgbClr val="F7F3EB"/>
                </a:solidFill>
                <a:latin typeface="Arial"/>
                <a:ea typeface="Arial"/>
                <a:cs typeface="Arial"/>
              </a:defRPr>
            </a:lvl9pPr>
          </a:lstStyle>
          <a:p xmlns:a="http://schemas.openxmlformats.org/drawingml/2006/main">
            <a:pPr algn="l">
              <a:lnSpc>
                <a:spcPct val="108000"/>
              </a:lnSpc>
              <a:buNone/>
              <a:defRPr sz="5850" b="1">
                <a:solidFill>
                  <a:srgbClr val="F7F3EB"/>
                </a:solidFill>
                <a:latin typeface="Arial"/>
                <a:ea typeface="Arial"/>
                <a:cs typeface="Arial"/>
              </a:defRPr>
            </a:pPr>
            <a:r>
              <a:rPr sz="5850" b="1">
                <a:solidFill>
                  <a:srgbClr val="F7F3EB"/>
                </a:solidFill>
                <a:latin typeface="Arial"/>
                <a:ea typeface="Arial"/>
                <a:cs typeface="Arial"/>
              </a:rPr>
              <a:t>qadam.</a:t>
            </a:r>
          </a:p>
        </p:txBody>
      </p:sp>
      <p:sp>
        <p:nvSpPr>
          <p:cNvPr id="2" name="">
            <a:extLst xmlns:a="http://schemas.openxmlformats.org/drawingml/2006/main">
              <a:ext uri="{FF2B5EF4-FFF2-40B4-BE49-F238E27FC236}">
                <a16:creationId xmlns:a16="http://schemas.microsoft.com/office/drawing/2014/main" id="{414B4E0B-DDA0-42E8-865E-18B9ED5FAF98}"/>
              </a:ext>
            </a:extLst>
          </p:cNvPr>
          <p:cNvSpPr>
            <a:spLocks xmlns:a="http://schemas.openxmlformats.org/drawingml/2006/main" noGrp="1"/>
          </p:cNvSpPr>
          <p:nvPr/>
        </p:nvSpPr>
        <p:spPr>
          <a:xfrm xmlns:a="http://schemas.openxmlformats.org/drawingml/2006/main">
            <a:off x="647700" y="2124075"/>
            <a:ext cx="10287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200" b="0">
                <a:solidFill>
                  <a:srgbClr val="F7F3EB"/>
                </a:solidFill>
                <a:latin typeface="Georgia"/>
                <a:ea typeface="Georgia"/>
                <a:cs typeface="Georgia"/>
              </a:defRPr>
            </a:defPPr>
            <a:lvl1pPr algn="l">
              <a:defRPr sz="4200" b="0">
                <a:solidFill>
                  <a:srgbClr val="F7F3EB"/>
                </a:solidFill>
                <a:latin typeface="Georgia"/>
                <a:ea typeface="Georgia"/>
                <a:cs typeface="Georgia"/>
              </a:defRPr>
            </a:lvl1pPr>
            <a:lvl2pPr algn="l">
              <a:defRPr sz="4200" b="0">
                <a:solidFill>
                  <a:srgbClr val="F7F3EB"/>
                </a:solidFill>
                <a:latin typeface="Georgia"/>
                <a:ea typeface="Georgia"/>
                <a:cs typeface="Georgia"/>
              </a:defRPr>
            </a:lvl2pPr>
            <a:lvl3pPr algn="l">
              <a:defRPr sz="4200" b="0">
                <a:solidFill>
                  <a:srgbClr val="F7F3EB"/>
                </a:solidFill>
                <a:latin typeface="Georgia"/>
                <a:ea typeface="Georgia"/>
                <a:cs typeface="Georgia"/>
              </a:defRPr>
            </a:lvl3pPr>
            <a:lvl4pPr algn="l">
              <a:defRPr sz="4200" b="0">
                <a:solidFill>
                  <a:srgbClr val="F7F3EB"/>
                </a:solidFill>
                <a:latin typeface="Georgia"/>
                <a:ea typeface="Georgia"/>
                <a:cs typeface="Georgia"/>
              </a:defRPr>
            </a:lvl4pPr>
            <a:lvl5pPr algn="l">
              <a:defRPr sz="4200" b="0">
                <a:solidFill>
                  <a:srgbClr val="F7F3EB"/>
                </a:solidFill>
                <a:latin typeface="Georgia"/>
                <a:ea typeface="Georgia"/>
                <a:cs typeface="Georgia"/>
              </a:defRPr>
            </a:lvl5pPr>
            <a:lvl6pPr algn="l">
              <a:defRPr sz="4200" b="0">
                <a:solidFill>
                  <a:srgbClr val="F7F3EB"/>
                </a:solidFill>
                <a:latin typeface="Georgia"/>
                <a:ea typeface="Georgia"/>
                <a:cs typeface="Georgia"/>
              </a:defRPr>
            </a:lvl6pPr>
            <a:lvl7pPr algn="l">
              <a:defRPr sz="4200" b="0">
                <a:solidFill>
                  <a:srgbClr val="F7F3EB"/>
                </a:solidFill>
                <a:latin typeface="Georgia"/>
                <a:ea typeface="Georgia"/>
                <a:cs typeface="Georgia"/>
              </a:defRPr>
            </a:lvl7pPr>
            <a:lvl8pPr algn="l">
              <a:defRPr sz="4200" b="0">
                <a:solidFill>
                  <a:srgbClr val="F7F3EB"/>
                </a:solidFill>
                <a:latin typeface="Georgia"/>
                <a:ea typeface="Georgia"/>
                <a:cs typeface="Georgia"/>
              </a:defRPr>
            </a:lvl8pPr>
            <a:lvl9pPr algn="l">
              <a:defRPr sz="4200" b="0">
                <a:solidFill>
                  <a:srgbClr val="F7F3EB"/>
                </a:solidFill>
                <a:latin typeface="Georgia"/>
                <a:ea typeface="Georgia"/>
                <a:cs typeface="Georgia"/>
              </a:defRPr>
            </a:lvl9pPr>
          </a:lstStyle>
          <a:p xmlns:a="http://schemas.openxmlformats.org/drawingml/2006/main">
            <a:pPr algn="l">
              <a:lnSpc>
                <a:spcPct val="108000"/>
              </a:lnSpc>
              <a:buNone/>
              <a:defRPr sz="4200" b="0">
                <a:solidFill>
                  <a:srgbClr val="F7F3EB"/>
                </a:solidFill>
                <a:latin typeface="Georgia"/>
                <a:ea typeface="Georgia"/>
                <a:cs typeface="Georgia"/>
              </a:defRPr>
            </a:pPr>
            <a:r>
              <a:rPr sz="4200" b="0">
                <a:solidFill>
                  <a:srgbClr val="F7F3EB"/>
                </a:solidFill>
                <a:latin typeface="Georgia"/>
                <a:ea typeface="Georgia"/>
                <a:cs typeface="Georgia"/>
              </a:rPr>
              <a:t>Понятный выбор</a:t>
            </a:r>
          </a:p>
          <a:p xmlns:a="http://schemas.openxmlformats.org/drawingml/2006/main">
            <a:pPr algn="l">
              <a:lnSpc>
                <a:spcPct val="108000"/>
              </a:lnSpc>
              <a:buNone/>
              <a:defRPr sz="4200" b="0">
                <a:solidFill>
                  <a:srgbClr val="F7F3EB"/>
                </a:solidFill>
                <a:latin typeface="Georgia"/>
                <a:ea typeface="Georgia"/>
                <a:cs typeface="Georgia"/>
              </a:defRPr>
            </a:pPr>
            <a:r>
              <a:rPr sz="4200" b="0">
                <a:solidFill>
                  <a:srgbClr val="F7F3EB"/>
                </a:solidFill>
                <a:latin typeface="Georgia"/>
                <a:ea typeface="Georgia"/>
                <a:cs typeface="Georgia"/>
              </a:rPr>
              <a:t>для короткой паузы</a:t>
            </a:r>
          </a:p>
        </p:txBody>
      </p:sp>
      <p:sp>
        <p:nvSpPr>
          <p:cNvPr id="3" name="">
            <a:extLst xmlns:a="http://schemas.openxmlformats.org/drawingml/2006/main">
              <a:ext uri="{FF2B5EF4-FFF2-40B4-BE49-F238E27FC236}">
                <a16:creationId xmlns:a16="http://schemas.microsoft.com/office/drawing/2014/main" id="{7A59D155-9205-4610-B5F1-9CB7D6F50B66}"/>
              </a:ext>
            </a:extLst>
          </p:cNvPr>
          <p:cNvSpPr>
            <a:spLocks xmlns:a="http://schemas.openxmlformats.org/drawingml/2006/main" noGrp="1"/>
          </p:cNvSpPr>
          <p:nvPr/>
        </p:nvSpPr>
        <p:spPr>
          <a:xfrm xmlns:a="http://schemas.openxmlformats.org/drawingml/2006/main">
            <a:off x="695325" y="4267200"/>
            <a:ext cx="123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DCE9E6"/>
                </a:solidFill>
                <a:latin typeface="Arial"/>
                <a:ea typeface="Arial"/>
                <a:cs typeface="Arial"/>
              </a:defRPr>
            </a:defPPr>
            <a:lvl1pPr algn="l">
              <a:defRPr sz="1875" b="1">
                <a:solidFill>
                  <a:srgbClr val="DCE9E6"/>
                </a:solidFill>
                <a:latin typeface="Arial"/>
                <a:ea typeface="Arial"/>
                <a:cs typeface="Arial"/>
              </a:defRPr>
            </a:lvl1pPr>
            <a:lvl2pPr algn="l">
              <a:defRPr sz="1875" b="1">
                <a:solidFill>
                  <a:srgbClr val="DCE9E6"/>
                </a:solidFill>
                <a:latin typeface="Arial"/>
                <a:ea typeface="Arial"/>
                <a:cs typeface="Arial"/>
              </a:defRPr>
            </a:lvl2pPr>
            <a:lvl3pPr algn="l">
              <a:defRPr sz="1875" b="1">
                <a:solidFill>
                  <a:srgbClr val="DCE9E6"/>
                </a:solidFill>
                <a:latin typeface="Arial"/>
                <a:ea typeface="Arial"/>
                <a:cs typeface="Arial"/>
              </a:defRPr>
            </a:lvl3pPr>
            <a:lvl4pPr algn="l">
              <a:defRPr sz="1875" b="1">
                <a:solidFill>
                  <a:srgbClr val="DCE9E6"/>
                </a:solidFill>
                <a:latin typeface="Arial"/>
                <a:ea typeface="Arial"/>
                <a:cs typeface="Arial"/>
              </a:defRPr>
            </a:lvl4pPr>
            <a:lvl5pPr algn="l">
              <a:defRPr sz="1875" b="1">
                <a:solidFill>
                  <a:srgbClr val="DCE9E6"/>
                </a:solidFill>
                <a:latin typeface="Arial"/>
                <a:ea typeface="Arial"/>
                <a:cs typeface="Arial"/>
              </a:defRPr>
            </a:lvl5pPr>
            <a:lvl6pPr algn="l">
              <a:defRPr sz="1875" b="1">
                <a:solidFill>
                  <a:srgbClr val="DCE9E6"/>
                </a:solidFill>
                <a:latin typeface="Arial"/>
                <a:ea typeface="Arial"/>
                <a:cs typeface="Arial"/>
              </a:defRPr>
            </a:lvl6pPr>
            <a:lvl7pPr algn="l">
              <a:defRPr sz="1875" b="1">
                <a:solidFill>
                  <a:srgbClr val="DCE9E6"/>
                </a:solidFill>
                <a:latin typeface="Arial"/>
                <a:ea typeface="Arial"/>
                <a:cs typeface="Arial"/>
              </a:defRPr>
            </a:lvl7pPr>
            <a:lvl8pPr algn="l">
              <a:defRPr sz="1875" b="1">
                <a:solidFill>
                  <a:srgbClr val="DCE9E6"/>
                </a:solidFill>
                <a:latin typeface="Arial"/>
                <a:ea typeface="Arial"/>
                <a:cs typeface="Arial"/>
              </a:defRPr>
            </a:lvl8pPr>
            <a:lvl9pPr algn="l">
              <a:defRPr sz="1875" b="1">
                <a:solidFill>
                  <a:srgbClr val="DCE9E6"/>
                </a:solidFill>
                <a:latin typeface="Arial"/>
                <a:ea typeface="Arial"/>
                <a:cs typeface="Arial"/>
              </a:defRPr>
            </a:lvl9pPr>
          </a:lstStyle>
          <a:p xmlns:a="http://schemas.openxmlformats.org/drawingml/2006/main">
            <a:pPr algn="l">
              <a:lnSpc>
                <a:spcPct val="108000"/>
              </a:lnSpc>
              <a:buNone/>
              <a:defRPr sz="1875" b="1">
                <a:solidFill>
                  <a:srgbClr val="DCE9E6"/>
                </a:solidFill>
                <a:latin typeface="Arial"/>
                <a:ea typeface="Arial"/>
                <a:cs typeface="Arial"/>
              </a:defRPr>
            </a:pPr>
            <a:r>
              <a:rPr sz="1875" b="1">
                <a:solidFill>
                  <a:srgbClr val="DCE9E6"/>
                </a:solidFill>
                <a:latin typeface="Arial"/>
                <a:ea typeface="Arial"/>
                <a:cs typeface="Arial"/>
              </a:rPr>
              <a:t>Демо</a:t>
            </a:r>
          </a:p>
        </p:txBody>
      </p:sp>
      <p:sp>
        <p:nvSpPr>
          <p:cNvPr id="4" name="">
            <a:extLst xmlns:a="http://schemas.openxmlformats.org/drawingml/2006/main">
              <a:ext uri="{FF2B5EF4-FFF2-40B4-BE49-F238E27FC236}">
                <a16:creationId xmlns:a16="http://schemas.microsoft.com/office/drawing/2014/main" id="{F0D334F8-EB63-46E0-8277-5312FA272239}"/>
              </a:ext>
            </a:extLst>
          </p:cNvPr>
          <p:cNvSpPr>
            <a:spLocks xmlns:a="http://schemas.openxmlformats.org/drawingml/2006/main" noGrp="1"/>
          </p:cNvSpPr>
          <p:nvPr/>
        </p:nvSpPr>
        <p:spPr>
          <a:xfrm xmlns:a="http://schemas.openxmlformats.org/drawingml/2006/main">
            <a:off x="2000250" y="426720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7F3EB"/>
                </a:solidFill>
                <a:latin typeface="Arial"/>
                <a:ea typeface="Arial"/>
                <a:cs typeface="Arial"/>
              </a:defRPr>
            </a:defPPr>
            <a:lvl1pPr algn="l">
              <a:defRPr sz="1800" b="0">
                <a:solidFill>
                  <a:srgbClr val="F7F3EB"/>
                </a:solidFill>
                <a:latin typeface="Arial"/>
                <a:ea typeface="Arial"/>
                <a:cs typeface="Arial"/>
              </a:defRPr>
            </a:lvl1pPr>
            <a:lvl2pPr algn="l">
              <a:defRPr sz="1800" b="0">
                <a:solidFill>
                  <a:srgbClr val="F7F3EB"/>
                </a:solidFill>
                <a:latin typeface="Arial"/>
                <a:ea typeface="Arial"/>
                <a:cs typeface="Arial"/>
              </a:defRPr>
            </a:lvl2pPr>
            <a:lvl3pPr algn="l">
              <a:defRPr sz="1800" b="0">
                <a:solidFill>
                  <a:srgbClr val="F7F3EB"/>
                </a:solidFill>
                <a:latin typeface="Arial"/>
                <a:ea typeface="Arial"/>
                <a:cs typeface="Arial"/>
              </a:defRPr>
            </a:lvl3pPr>
            <a:lvl4pPr algn="l">
              <a:defRPr sz="1800" b="0">
                <a:solidFill>
                  <a:srgbClr val="F7F3EB"/>
                </a:solidFill>
                <a:latin typeface="Arial"/>
                <a:ea typeface="Arial"/>
                <a:cs typeface="Arial"/>
              </a:defRPr>
            </a:lvl4pPr>
            <a:lvl5pPr algn="l">
              <a:defRPr sz="1800" b="0">
                <a:solidFill>
                  <a:srgbClr val="F7F3EB"/>
                </a:solidFill>
                <a:latin typeface="Arial"/>
                <a:ea typeface="Arial"/>
                <a:cs typeface="Arial"/>
              </a:defRPr>
            </a:lvl5pPr>
            <a:lvl6pPr algn="l">
              <a:defRPr sz="1800" b="0">
                <a:solidFill>
                  <a:srgbClr val="F7F3EB"/>
                </a:solidFill>
                <a:latin typeface="Arial"/>
                <a:ea typeface="Arial"/>
                <a:cs typeface="Arial"/>
              </a:defRPr>
            </a:lvl6pPr>
            <a:lvl7pPr algn="l">
              <a:defRPr sz="1800" b="0">
                <a:solidFill>
                  <a:srgbClr val="F7F3EB"/>
                </a:solidFill>
                <a:latin typeface="Arial"/>
                <a:ea typeface="Arial"/>
                <a:cs typeface="Arial"/>
              </a:defRPr>
            </a:lvl7pPr>
            <a:lvl8pPr algn="l">
              <a:defRPr sz="1800" b="0">
                <a:solidFill>
                  <a:srgbClr val="F7F3EB"/>
                </a:solidFill>
                <a:latin typeface="Arial"/>
                <a:ea typeface="Arial"/>
                <a:cs typeface="Arial"/>
              </a:defRPr>
            </a:lvl8pPr>
            <a:lvl9pPr algn="l">
              <a:defRPr sz="1800" b="0">
                <a:solidFill>
                  <a:srgbClr val="F7F3EB"/>
                </a:solidFill>
                <a:latin typeface="Arial"/>
                <a:ea typeface="Arial"/>
                <a:cs typeface="Arial"/>
              </a:defRPr>
            </a:lvl9pPr>
          </a:lstStyle>
          <a:p xmlns:a="http://schemas.openxmlformats.org/drawingml/2006/main">
            <a:pPr algn="l">
              <a:lnSpc>
                <a:spcPct val="108000"/>
              </a:lnSpc>
              <a:buNone/>
              <a:defRPr sz="1800" b="0">
                <a:solidFill>
                  <a:srgbClr val="F7F3EB"/>
                </a:solidFill>
                <a:latin typeface="Arial"/>
                <a:ea typeface="Arial"/>
                <a:cs typeface="Arial"/>
              </a:defRPr>
            </a:pPr>
            <a:r>
              <a:rPr sz="1800" u="sng">
                <a:solidFill>
                  <a:srgbClr val="F7F3EB"/>
                </a:solidFill>
                <a:latin typeface="Arial"/>
                <a:ea typeface="Arial"/>
                <a:cs typeface="Arial"/>
                <a:hlinkClick xmlns:r="http://schemas.openxmlformats.org/officeDocument/2006/relationships" r:id="R04727f7face04a04"/>
              </a:rPr>
              <a:t>qadam-astana-walk.pubg-bekzat.chatgpt.site/</a:t>
            </a:r>
          </a:p>
        </p:txBody>
      </p:sp>
      <p:sp>
        <p:nvSpPr>
          <p:cNvPr id="5" name="">
            <a:extLst xmlns:a="http://schemas.openxmlformats.org/drawingml/2006/main">
              <a:ext uri="{FF2B5EF4-FFF2-40B4-BE49-F238E27FC236}">
                <a16:creationId xmlns:a16="http://schemas.microsoft.com/office/drawing/2014/main" id="{237A448D-D89A-480F-B412-5FF4B5181BEA}"/>
              </a:ext>
            </a:extLst>
          </p:cNvPr>
          <p:cNvSpPr>
            <a:spLocks xmlns:a="http://schemas.openxmlformats.org/drawingml/2006/main" noGrp="1"/>
          </p:cNvSpPr>
          <p:nvPr/>
        </p:nvSpPr>
        <p:spPr>
          <a:xfrm xmlns:a="http://schemas.openxmlformats.org/drawingml/2006/main">
            <a:off x="695325" y="4867275"/>
            <a:ext cx="123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DCE9E6"/>
                </a:solidFill>
                <a:latin typeface="Arial"/>
                <a:ea typeface="Arial"/>
                <a:cs typeface="Arial"/>
              </a:defRPr>
            </a:defPPr>
            <a:lvl1pPr algn="l">
              <a:defRPr sz="1875" b="1">
                <a:solidFill>
                  <a:srgbClr val="DCE9E6"/>
                </a:solidFill>
                <a:latin typeface="Arial"/>
                <a:ea typeface="Arial"/>
                <a:cs typeface="Arial"/>
              </a:defRPr>
            </a:lvl1pPr>
            <a:lvl2pPr algn="l">
              <a:defRPr sz="1875" b="1">
                <a:solidFill>
                  <a:srgbClr val="DCE9E6"/>
                </a:solidFill>
                <a:latin typeface="Arial"/>
                <a:ea typeface="Arial"/>
                <a:cs typeface="Arial"/>
              </a:defRPr>
            </a:lvl2pPr>
            <a:lvl3pPr algn="l">
              <a:defRPr sz="1875" b="1">
                <a:solidFill>
                  <a:srgbClr val="DCE9E6"/>
                </a:solidFill>
                <a:latin typeface="Arial"/>
                <a:ea typeface="Arial"/>
                <a:cs typeface="Arial"/>
              </a:defRPr>
            </a:lvl3pPr>
            <a:lvl4pPr algn="l">
              <a:defRPr sz="1875" b="1">
                <a:solidFill>
                  <a:srgbClr val="DCE9E6"/>
                </a:solidFill>
                <a:latin typeface="Arial"/>
                <a:ea typeface="Arial"/>
                <a:cs typeface="Arial"/>
              </a:defRPr>
            </a:lvl4pPr>
            <a:lvl5pPr algn="l">
              <a:defRPr sz="1875" b="1">
                <a:solidFill>
                  <a:srgbClr val="DCE9E6"/>
                </a:solidFill>
                <a:latin typeface="Arial"/>
                <a:ea typeface="Arial"/>
                <a:cs typeface="Arial"/>
              </a:defRPr>
            </a:lvl5pPr>
            <a:lvl6pPr algn="l">
              <a:defRPr sz="1875" b="1">
                <a:solidFill>
                  <a:srgbClr val="DCE9E6"/>
                </a:solidFill>
                <a:latin typeface="Arial"/>
                <a:ea typeface="Arial"/>
                <a:cs typeface="Arial"/>
              </a:defRPr>
            </a:lvl6pPr>
            <a:lvl7pPr algn="l">
              <a:defRPr sz="1875" b="1">
                <a:solidFill>
                  <a:srgbClr val="DCE9E6"/>
                </a:solidFill>
                <a:latin typeface="Arial"/>
                <a:ea typeface="Arial"/>
                <a:cs typeface="Arial"/>
              </a:defRPr>
            </a:lvl7pPr>
            <a:lvl8pPr algn="l">
              <a:defRPr sz="1875" b="1">
                <a:solidFill>
                  <a:srgbClr val="DCE9E6"/>
                </a:solidFill>
                <a:latin typeface="Arial"/>
                <a:ea typeface="Arial"/>
                <a:cs typeface="Arial"/>
              </a:defRPr>
            </a:lvl8pPr>
            <a:lvl9pPr algn="l">
              <a:defRPr sz="1875" b="1">
                <a:solidFill>
                  <a:srgbClr val="DCE9E6"/>
                </a:solidFill>
                <a:latin typeface="Arial"/>
                <a:ea typeface="Arial"/>
                <a:cs typeface="Arial"/>
              </a:defRPr>
            </a:lvl9pPr>
          </a:lstStyle>
          <a:p xmlns:a="http://schemas.openxmlformats.org/drawingml/2006/main">
            <a:pPr algn="l">
              <a:lnSpc>
                <a:spcPct val="108000"/>
              </a:lnSpc>
              <a:buNone/>
              <a:defRPr sz="1875" b="1">
                <a:solidFill>
                  <a:srgbClr val="DCE9E6"/>
                </a:solidFill>
                <a:latin typeface="Arial"/>
                <a:ea typeface="Arial"/>
                <a:cs typeface="Arial"/>
              </a:defRPr>
            </a:pPr>
            <a:r>
              <a:rPr sz="1875" b="1">
                <a:solidFill>
                  <a:srgbClr val="DCE9E6"/>
                </a:solidFill>
                <a:latin typeface="Arial"/>
                <a:ea typeface="Arial"/>
                <a:cs typeface="Arial"/>
              </a:rPr>
              <a:t>Код</a:t>
            </a:r>
          </a:p>
        </p:txBody>
      </p:sp>
      <p:sp>
        <p:nvSpPr>
          <p:cNvPr id="6" name="">
            <a:extLst xmlns:a="http://schemas.openxmlformats.org/drawingml/2006/main">
              <a:ext uri="{FF2B5EF4-FFF2-40B4-BE49-F238E27FC236}">
                <a16:creationId xmlns:a16="http://schemas.microsoft.com/office/drawing/2014/main" id="{AD76AAB7-4625-46DC-8E54-30156DE14EDF}"/>
              </a:ext>
            </a:extLst>
          </p:cNvPr>
          <p:cNvSpPr>
            <a:spLocks xmlns:a="http://schemas.openxmlformats.org/drawingml/2006/main" noGrp="1"/>
          </p:cNvSpPr>
          <p:nvPr/>
        </p:nvSpPr>
        <p:spPr>
          <a:xfrm xmlns:a="http://schemas.openxmlformats.org/drawingml/2006/main">
            <a:off x="2000250" y="4867275"/>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7F3EB"/>
                </a:solidFill>
                <a:latin typeface="Arial"/>
                <a:ea typeface="Arial"/>
                <a:cs typeface="Arial"/>
              </a:defRPr>
            </a:defPPr>
            <a:lvl1pPr algn="l">
              <a:defRPr sz="1800" b="0">
                <a:solidFill>
                  <a:srgbClr val="F7F3EB"/>
                </a:solidFill>
                <a:latin typeface="Arial"/>
                <a:ea typeface="Arial"/>
                <a:cs typeface="Arial"/>
              </a:defRPr>
            </a:lvl1pPr>
            <a:lvl2pPr algn="l">
              <a:defRPr sz="1800" b="0">
                <a:solidFill>
                  <a:srgbClr val="F7F3EB"/>
                </a:solidFill>
                <a:latin typeface="Arial"/>
                <a:ea typeface="Arial"/>
                <a:cs typeface="Arial"/>
              </a:defRPr>
            </a:lvl2pPr>
            <a:lvl3pPr algn="l">
              <a:defRPr sz="1800" b="0">
                <a:solidFill>
                  <a:srgbClr val="F7F3EB"/>
                </a:solidFill>
                <a:latin typeface="Arial"/>
                <a:ea typeface="Arial"/>
                <a:cs typeface="Arial"/>
              </a:defRPr>
            </a:lvl3pPr>
            <a:lvl4pPr algn="l">
              <a:defRPr sz="1800" b="0">
                <a:solidFill>
                  <a:srgbClr val="F7F3EB"/>
                </a:solidFill>
                <a:latin typeface="Arial"/>
                <a:ea typeface="Arial"/>
                <a:cs typeface="Arial"/>
              </a:defRPr>
            </a:lvl4pPr>
            <a:lvl5pPr algn="l">
              <a:defRPr sz="1800" b="0">
                <a:solidFill>
                  <a:srgbClr val="F7F3EB"/>
                </a:solidFill>
                <a:latin typeface="Arial"/>
                <a:ea typeface="Arial"/>
                <a:cs typeface="Arial"/>
              </a:defRPr>
            </a:lvl5pPr>
            <a:lvl6pPr algn="l">
              <a:defRPr sz="1800" b="0">
                <a:solidFill>
                  <a:srgbClr val="F7F3EB"/>
                </a:solidFill>
                <a:latin typeface="Arial"/>
                <a:ea typeface="Arial"/>
                <a:cs typeface="Arial"/>
              </a:defRPr>
            </a:lvl6pPr>
            <a:lvl7pPr algn="l">
              <a:defRPr sz="1800" b="0">
                <a:solidFill>
                  <a:srgbClr val="F7F3EB"/>
                </a:solidFill>
                <a:latin typeface="Arial"/>
                <a:ea typeface="Arial"/>
                <a:cs typeface="Arial"/>
              </a:defRPr>
            </a:lvl7pPr>
            <a:lvl8pPr algn="l">
              <a:defRPr sz="1800" b="0">
                <a:solidFill>
                  <a:srgbClr val="F7F3EB"/>
                </a:solidFill>
                <a:latin typeface="Arial"/>
                <a:ea typeface="Arial"/>
                <a:cs typeface="Arial"/>
              </a:defRPr>
            </a:lvl8pPr>
            <a:lvl9pPr algn="l">
              <a:defRPr sz="1800" b="0">
                <a:solidFill>
                  <a:srgbClr val="F7F3EB"/>
                </a:solidFill>
                <a:latin typeface="Arial"/>
                <a:ea typeface="Arial"/>
                <a:cs typeface="Arial"/>
              </a:defRPr>
            </a:lvl9pPr>
          </a:lstStyle>
          <a:p xmlns:a="http://schemas.openxmlformats.org/drawingml/2006/main">
            <a:pPr algn="l">
              <a:lnSpc>
                <a:spcPct val="108000"/>
              </a:lnSpc>
              <a:buNone/>
              <a:defRPr sz="1800" b="0">
                <a:solidFill>
                  <a:srgbClr val="F7F3EB"/>
                </a:solidFill>
                <a:latin typeface="Arial"/>
                <a:ea typeface="Arial"/>
                <a:cs typeface="Arial"/>
              </a:defRPr>
            </a:pPr>
            <a:r>
              <a:rPr sz="1800" u="sng">
                <a:solidFill>
                  <a:srgbClr val="F7F3EB"/>
                </a:solidFill>
                <a:latin typeface="Arial"/>
                <a:ea typeface="Arial"/>
                <a:cs typeface="Arial"/>
                <a:hlinkClick xmlns:r="http://schemas.openxmlformats.org/officeDocument/2006/relationships" r:id="R5e291713c5854051"/>
              </a:rPr>
              <a:t>github.com/gojosatorukz/qadam-astana</a:t>
            </a:r>
          </a:p>
        </p:txBody>
      </p:sp>
      <p:sp>
        <p:nvSpPr>
          <p:cNvPr id="7" name="">
            <a:extLst xmlns:a="http://schemas.openxmlformats.org/drawingml/2006/main">
              <a:ext uri="{FF2B5EF4-FFF2-40B4-BE49-F238E27FC236}">
                <a16:creationId xmlns:a16="http://schemas.microsoft.com/office/drawing/2014/main" id="{6332583C-3243-4707-8D56-F5212281AEE3}"/>
              </a:ext>
            </a:extLst>
          </p:cNvPr>
          <p:cNvSpPr>
            <a:spLocks xmlns:a="http://schemas.openxmlformats.org/drawingml/2006/main" noGrp="1"/>
          </p:cNvSpPr>
          <p:nvPr/>
        </p:nvSpPr>
        <p:spPr>
          <a:xfrm xmlns:a="http://schemas.openxmlformats.org/drawingml/2006/main">
            <a:off x="695325" y="5467350"/>
            <a:ext cx="123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DCE9E6"/>
                </a:solidFill>
                <a:latin typeface="Arial"/>
                <a:ea typeface="Arial"/>
                <a:cs typeface="Arial"/>
              </a:defRPr>
            </a:defPPr>
            <a:lvl1pPr algn="l">
              <a:defRPr sz="1875" b="1">
                <a:solidFill>
                  <a:srgbClr val="DCE9E6"/>
                </a:solidFill>
                <a:latin typeface="Arial"/>
                <a:ea typeface="Arial"/>
                <a:cs typeface="Arial"/>
              </a:defRPr>
            </a:lvl1pPr>
            <a:lvl2pPr algn="l">
              <a:defRPr sz="1875" b="1">
                <a:solidFill>
                  <a:srgbClr val="DCE9E6"/>
                </a:solidFill>
                <a:latin typeface="Arial"/>
                <a:ea typeface="Arial"/>
                <a:cs typeface="Arial"/>
              </a:defRPr>
            </a:lvl2pPr>
            <a:lvl3pPr algn="l">
              <a:defRPr sz="1875" b="1">
                <a:solidFill>
                  <a:srgbClr val="DCE9E6"/>
                </a:solidFill>
                <a:latin typeface="Arial"/>
                <a:ea typeface="Arial"/>
                <a:cs typeface="Arial"/>
              </a:defRPr>
            </a:lvl3pPr>
            <a:lvl4pPr algn="l">
              <a:defRPr sz="1875" b="1">
                <a:solidFill>
                  <a:srgbClr val="DCE9E6"/>
                </a:solidFill>
                <a:latin typeface="Arial"/>
                <a:ea typeface="Arial"/>
                <a:cs typeface="Arial"/>
              </a:defRPr>
            </a:lvl4pPr>
            <a:lvl5pPr algn="l">
              <a:defRPr sz="1875" b="1">
                <a:solidFill>
                  <a:srgbClr val="DCE9E6"/>
                </a:solidFill>
                <a:latin typeface="Arial"/>
                <a:ea typeface="Arial"/>
                <a:cs typeface="Arial"/>
              </a:defRPr>
            </a:lvl5pPr>
            <a:lvl6pPr algn="l">
              <a:defRPr sz="1875" b="1">
                <a:solidFill>
                  <a:srgbClr val="DCE9E6"/>
                </a:solidFill>
                <a:latin typeface="Arial"/>
                <a:ea typeface="Arial"/>
                <a:cs typeface="Arial"/>
              </a:defRPr>
            </a:lvl6pPr>
            <a:lvl7pPr algn="l">
              <a:defRPr sz="1875" b="1">
                <a:solidFill>
                  <a:srgbClr val="DCE9E6"/>
                </a:solidFill>
                <a:latin typeface="Arial"/>
                <a:ea typeface="Arial"/>
                <a:cs typeface="Arial"/>
              </a:defRPr>
            </a:lvl7pPr>
            <a:lvl8pPr algn="l">
              <a:defRPr sz="1875" b="1">
                <a:solidFill>
                  <a:srgbClr val="DCE9E6"/>
                </a:solidFill>
                <a:latin typeface="Arial"/>
                <a:ea typeface="Arial"/>
                <a:cs typeface="Arial"/>
              </a:defRPr>
            </a:lvl8pPr>
            <a:lvl9pPr algn="l">
              <a:defRPr sz="1875" b="1">
                <a:solidFill>
                  <a:srgbClr val="DCE9E6"/>
                </a:solidFill>
                <a:latin typeface="Arial"/>
                <a:ea typeface="Arial"/>
                <a:cs typeface="Arial"/>
              </a:defRPr>
            </a:lvl9pPr>
          </a:lstStyle>
          <a:p xmlns:a="http://schemas.openxmlformats.org/drawingml/2006/main">
            <a:pPr algn="l">
              <a:lnSpc>
                <a:spcPct val="108000"/>
              </a:lnSpc>
              <a:buNone/>
              <a:defRPr sz="1875" b="1">
                <a:solidFill>
                  <a:srgbClr val="DCE9E6"/>
                </a:solidFill>
                <a:latin typeface="Arial"/>
                <a:ea typeface="Arial"/>
                <a:cs typeface="Arial"/>
              </a:defRPr>
            </a:pPr>
            <a:r>
              <a:rPr sz="1875" b="1">
                <a:solidFill>
                  <a:srgbClr val="DCE9E6"/>
                </a:solidFill>
                <a:latin typeface="Arial"/>
                <a:ea typeface="Arial"/>
                <a:cs typeface="Arial"/>
              </a:rPr>
              <a:t>Видео</a:t>
            </a:r>
          </a:p>
        </p:txBody>
      </p:sp>
      <p:sp>
        <p:nvSpPr>
          <p:cNvPr id="8" name="">
            <a:extLst xmlns:a="http://schemas.openxmlformats.org/drawingml/2006/main">
              <a:ext uri="{FF2B5EF4-FFF2-40B4-BE49-F238E27FC236}">
                <a16:creationId xmlns:a16="http://schemas.microsoft.com/office/drawing/2014/main" id="{0665FE89-C72B-4705-91EC-18EA44AE46E6}"/>
              </a:ext>
            </a:extLst>
          </p:cNvPr>
          <p:cNvSpPr>
            <a:spLocks xmlns:a="http://schemas.openxmlformats.org/drawingml/2006/main" noGrp="1"/>
          </p:cNvSpPr>
          <p:nvPr/>
        </p:nvSpPr>
        <p:spPr>
          <a:xfrm xmlns:a="http://schemas.openxmlformats.org/drawingml/2006/main">
            <a:off x="2000250" y="546735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7F3EB"/>
                </a:solidFill>
                <a:latin typeface="Arial"/>
                <a:ea typeface="Arial"/>
                <a:cs typeface="Arial"/>
              </a:defRPr>
            </a:defPPr>
            <a:lvl1pPr algn="l">
              <a:defRPr sz="1800" b="0">
                <a:solidFill>
                  <a:srgbClr val="F7F3EB"/>
                </a:solidFill>
                <a:latin typeface="Arial"/>
                <a:ea typeface="Arial"/>
                <a:cs typeface="Arial"/>
              </a:defRPr>
            </a:lvl1pPr>
            <a:lvl2pPr algn="l">
              <a:defRPr sz="1800" b="0">
                <a:solidFill>
                  <a:srgbClr val="F7F3EB"/>
                </a:solidFill>
                <a:latin typeface="Arial"/>
                <a:ea typeface="Arial"/>
                <a:cs typeface="Arial"/>
              </a:defRPr>
            </a:lvl2pPr>
            <a:lvl3pPr algn="l">
              <a:defRPr sz="1800" b="0">
                <a:solidFill>
                  <a:srgbClr val="F7F3EB"/>
                </a:solidFill>
                <a:latin typeface="Arial"/>
                <a:ea typeface="Arial"/>
                <a:cs typeface="Arial"/>
              </a:defRPr>
            </a:lvl3pPr>
            <a:lvl4pPr algn="l">
              <a:defRPr sz="1800" b="0">
                <a:solidFill>
                  <a:srgbClr val="F7F3EB"/>
                </a:solidFill>
                <a:latin typeface="Arial"/>
                <a:ea typeface="Arial"/>
                <a:cs typeface="Arial"/>
              </a:defRPr>
            </a:lvl4pPr>
            <a:lvl5pPr algn="l">
              <a:defRPr sz="1800" b="0">
                <a:solidFill>
                  <a:srgbClr val="F7F3EB"/>
                </a:solidFill>
                <a:latin typeface="Arial"/>
                <a:ea typeface="Arial"/>
                <a:cs typeface="Arial"/>
              </a:defRPr>
            </a:lvl5pPr>
            <a:lvl6pPr algn="l">
              <a:defRPr sz="1800" b="0">
                <a:solidFill>
                  <a:srgbClr val="F7F3EB"/>
                </a:solidFill>
                <a:latin typeface="Arial"/>
                <a:ea typeface="Arial"/>
                <a:cs typeface="Arial"/>
              </a:defRPr>
            </a:lvl6pPr>
            <a:lvl7pPr algn="l">
              <a:defRPr sz="1800" b="0">
                <a:solidFill>
                  <a:srgbClr val="F7F3EB"/>
                </a:solidFill>
                <a:latin typeface="Arial"/>
                <a:ea typeface="Arial"/>
                <a:cs typeface="Arial"/>
              </a:defRPr>
            </a:lvl7pPr>
            <a:lvl8pPr algn="l">
              <a:defRPr sz="1800" b="0">
                <a:solidFill>
                  <a:srgbClr val="F7F3EB"/>
                </a:solidFill>
                <a:latin typeface="Arial"/>
                <a:ea typeface="Arial"/>
                <a:cs typeface="Arial"/>
              </a:defRPr>
            </a:lvl8pPr>
            <a:lvl9pPr algn="l">
              <a:defRPr sz="1800" b="0">
                <a:solidFill>
                  <a:srgbClr val="F7F3EB"/>
                </a:solidFill>
                <a:latin typeface="Arial"/>
                <a:ea typeface="Arial"/>
                <a:cs typeface="Arial"/>
              </a:defRPr>
            </a:lvl9pPr>
          </a:lstStyle>
          <a:p xmlns:a="http://schemas.openxmlformats.org/drawingml/2006/main">
            <a:pPr algn="l">
              <a:lnSpc>
                <a:spcPct val="108000"/>
              </a:lnSpc>
              <a:buNone/>
              <a:defRPr sz="1800" b="0">
                <a:solidFill>
                  <a:srgbClr val="F7F3EB"/>
                </a:solidFill>
                <a:latin typeface="Arial"/>
                <a:ea typeface="Arial"/>
                <a:cs typeface="Arial"/>
              </a:defRPr>
            </a:pPr>
            <a:r>
              <a:rPr sz="1800" u="sng">
                <a:solidFill>
                  <a:srgbClr val="F7F3EB"/>
                </a:solidFill>
                <a:latin typeface="Arial"/>
                <a:ea typeface="Arial"/>
                <a:cs typeface="Arial"/>
                <a:hlinkClick xmlns:r="http://schemas.openxmlformats.org/officeDocument/2006/relationships" r:id="Rc2d47cc8040b4c07"/>
              </a:rPr>
              <a:t>youtu.be/YsN--AADsZ0</a:t>
            </a:r>
          </a:p>
        </p:txBody>
      </p:sp>
      <p:pic>
        <p:nvPicPr>
          <p:cNvPr id="9" name="">
            <a:extLst xmlns:a="http://schemas.openxmlformats.org/drawingml/2006/main">
              <a:ext uri="{FF2B5EF4-FFF2-40B4-BE49-F238E27FC236}">
                <a16:creationId xmlns:a16="http://schemas.microsoft.com/office/drawing/2014/main" id="{02579BD3-9802-4172-9B16-8675C8A2E9C7}"/>
              </a:ext>
            </a:extLst>
          </p:cNvPr>
          <p:cNvPicPr>
            <a:picLocks xmlns:a="http://schemas.openxmlformats.org/drawingml/2006/main" noChangeAspect="1"/>
          </p:cNvPicPr>
          <p:nvPr/>
        </p:nvPicPr>
        <p:blipFill>
          <a:blip xmlns:r="http://schemas.openxmlformats.org/officeDocument/2006/relationships" xmlns:a="http://schemas.openxmlformats.org/drawingml/2006/main" r:embed="R6be72be13e6842d4"/>
          <a:stretch xmlns:a="http://schemas.openxmlformats.org/drawingml/2006/main"/>
        </p:blipFill>
        <p:spPr>
          <a:xfrm xmlns:a="http://schemas.openxmlformats.org/drawingml/2006/main">
            <a:off x="9296400" y="4010025"/>
            <a:ext cx="2190750" cy="2190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657199FC-34D0-451A-BF71-58DFAA94F2E9}"/>
              </a:ext>
            </a:extLst>
          </p:cNvPr>
          <p:cNvSpPr>
            <a:spLocks xmlns:a="http://schemas.openxmlformats.org/drawingml/2006/main" noGrp="1"/>
          </p:cNvSpPr>
          <p:nvPr/>
        </p:nvSpPr>
        <p:spPr>
          <a:xfrm xmlns:a="http://schemas.openxmlformats.org/drawingml/2006/main">
            <a:off x="8867775" y="6353175"/>
            <a:ext cx="3009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DCE9E6"/>
                </a:solidFill>
                <a:latin typeface="Arial"/>
                <a:ea typeface="Arial"/>
                <a:cs typeface="Arial"/>
              </a:defRPr>
            </a:defPPr>
            <a:lvl1pPr algn="ctr">
              <a:defRPr sz="1725" b="0">
                <a:solidFill>
                  <a:srgbClr val="DCE9E6"/>
                </a:solidFill>
                <a:latin typeface="Arial"/>
                <a:ea typeface="Arial"/>
                <a:cs typeface="Arial"/>
              </a:defRPr>
            </a:lvl1pPr>
            <a:lvl2pPr algn="ctr">
              <a:defRPr sz="1725" b="0">
                <a:solidFill>
                  <a:srgbClr val="DCE9E6"/>
                </a:solidFill>
                <a:latin typeface="Arial"/>
                <a:ea typeface="Arial"/>
                <a:cs typeface="Arial"/>
              </a:defRPr>
            </a:lvl2pPr>
            <a:lvl3pPr algn="ctr">
              <a:defRPr sz="1725" b="0">
                <a:solidFill>
                  <a:srgbClr val="DCE9E6"/>
                </a:solidFill>
                <a:latin typeface="Arial"/>
                <a:ea typeface="Arial"/>
                <a:cs typeface="Arial"/>
              </a:defRPr>
            </a:lvl3pPr>
            <a:lvl4pPr algn="ctr">
              <a:defRPr sz="1725" b="0">
                <a:solidFill>
                  <a:srgbClr val="DCE9E6"/>
                </a:solidFill>
                <a:latin typeface="Arial"/>
                <a:ea typeface="Arial"/>
                <a:cs typeface="Arial"/>
              </a:defRPr>
            </a:lvl4pPr>
            <a:lvl5pPr algn="ctr">
              <a:defRPr sz="1725" b="0">
                <a:solidFill>
                  <a:srgbClr val="DCE9E6"/>
                </a:solidFill>
                <a:latin typeface="Arial"/>
                <a:ea typeface="Arial"/>
                <a:cs typeface="Arial"/>
              </a:defRPr>
            </a:lvl5pPr>
            <a:lvl6pPr algn="ctr">
              <a:defRPr sz="1725" b="0">
                <a:solidFill>
                  <a:srgbClr val="DCE9E6"/>
                </a:solidFill>
                <a:latin typeface="Arial"/>
                <a:ea typeface="Arial"/>
                <a:cs typeface="Arial"/>
              </a:defRPr>
            </a:lvl6pPr>
            <a:lvl7pPr algn="ctr">
              <a:defRPr sz="1725" b="0">
                <a:solidFill>
                  <a:srgbClr val="DCE9E6"/>
                </a:solidFill>
                <a:latin typeface="Arial"/>
                <a:ea typeface="Arial"/>
                <a:cs typeface="Arial"/>
              </a:defRPr>
            </a:lvl7pPr>
            <a:lvl8pPr algn="ctr">
              <a:defRPr sz="1725" b="0">
                <a:solidFill>
                  <a:srgbClr val="DCE9E6"/>
                </a:solidFill>
                <a:latin typeface="Arial"/>
                <a:ea typeface="Arial"/>
                <a:cs typeface="Arial"/>
              </a:defRPr>
            </a:lvl8pPr>
            <a:lvl9pPr algn="ctr">
              <a:defRPr sz="1725" b="0">
                <a:solidFill>
                  <a:srgbClr val="DCE9E6"/>
                </a:solidFill>
                <a:latin typeface="Arial"/>
                <a:ea typeface="Arial"/>
                <a:cs typeface="Arial"/>
              </a:defRPr>
            </a:lvl9pPr>
          </a:lstStyle>
          <a:p xmlns:a="http://schemas.openxmlformats.org/drawingml/2006/main">
            <a:pPr algn="ctr">
              <a:lnSpc>
                <a:spcPct val="108000"/>
              </a:lnSpc>
              <a:buNone/>
              <a:defRPr sz="1725" b="0">
                <a:solidFill>
                  <a:srgbClr val="DCE9E6"/>
                </a:solidFill>
                <a:latin typeface="Arial"/>
                <a:ea typeface="Arial"/>
                <a:cs typeface="Arial"/>
              </a:defRPr>
            </a:pPr>
            <a:r>
              <a:rPr sz="1725" b="0">
                <a:solidFill>
                  <a:srgbClr val="DCE9E6"/>
                </a:solidFill>
                <a:latin typeface="Arial"/>
                <a:ea typeface="Arial"/>
                <a:cs typeface="Arial"/>
              </a:rPr>
              <a:t>Открыть и проверить</a:t>
            </a:r>
          </a:p>
        </p:txBody>
      </p:sp>
      <p:sp>
        <p:nvSpPr>
          <p:cNvPr id="11" name="">
            <a:extLst xmlns:a="http://schemas.openxmlformats.org/drawingml/2006/main">
              <a:ext uri="{FF2B5EF4-FFF2-40B4-BE49-F238E27FC236}">
                <a16:creationId xmlns:a16="http://schemas.microsoft.com/office/drawing/2014/main" id="{99303E16-480E-49BF-A780-A385FABA8AF8}"/>
              </a:ext>
            </a:extLst>
          </p:cNvPr>
          <p:cNvSpPr>
            <a:spLocks xmlns:a="http://schemas.openxmlformats.org/drawingml/2006/main" noGrp="1"/>
          </p:cNvSpPr>
          <p:nvPr/>
        </p:nvSpPr>
        <p:spPr>
          <a:xfrm xmlns:a="http://schemas.openxmlformats.org/drawingml/2006/main">
            <a:off x="695325" y="6334125"/>
            <a:ext cx="7953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DCE9E6"/>
                </a:solidFill>
                <a:latin typeface="Arial"/>
                <a:ea typeface="Arial"/>
                <a:cs typeface="Arial"/>
              </a:defRPr>
            </a:defPPr>
            <a:lvl1pPr algn="l">
              <a:defRPr sz="1725" b="0">
                <a:solidFill>
                  <a:srgbClr val="DCE9E6"/>
                </a:solidFill>
                <a:latin typeface="Arial"/>
                <a:ea typeface="Arial"/>
                <a:cs typeface="Arial"/>
              </a:defRPr>
            </a:lvl1pPr>
            <a:lvl2pPr algn="l">
              <a:defRPr sz="1725" b="0">
                <a:solidFill>
                  <a:srgbClr val="DCE9E6"/>
                </a:solidFill>
                <a:latin typeface="Arial"/>
                <a:ea typeface="Arial"/>
                <a:cs typeface="Arial"/>
              </a:defRPr>
            </a:lvl2pPr>
            <a:lvl3pPr algn="l">
              <a:defRPr sz="1725" b="0">
                <a:solidFill>
                  <a:srgbClr val="DCE9E6"/>
                </a:solidFill>
                <a:latin typeface="Arial"/>
                <a:ea typeface="Arial"/>
                <a:cs typeface="Arial"/>
              </a:defRPr>
            </a:lvl3pPr>
            <a:lvl4pPr algn="l">
              <a:defRPr sz="1725" b="0">
                <a:solidFill>
                  <a:srgbClr val="DCE9E6"/>
                </a:solidFill>
                <a:latin typeface="Arial"/>
                <a:ea typeface="Arial"/>
                <a:cs typeface="Arial"/>
              </a:defRPr>
            </a:lvl4pPr>
            <a:lvl5pPr algn="l">
              <a:defRPr sz="1725" b="0">
                <a:solidFill>
                  <a:srgbClr val="DCE9E6"/>
                </a:solidFill>
                <a:latin typeface="Arial"/>
                <a:ea typeface="Arial"/>
                <a:cs typeface="Arial"/>
              </a:defRPr>
            </a:lvl5pPr>
            <a:lvl6pPr algn="l">
              <a:defRPr sz="1725" b="0">
                <a:solidFill>
                  <a:srgbClr val="DCE9E6"/>
                </a:solidFill>
                <a:latin typeface="Arial"/>
                <a:ea typeface="Arial"/>
                <a:cs typeface="Arial"/>
              </a:defRPr>
            </a:lvl6pPr>
            <a:lvl7pPr algn="l">
              <a:defRPr sz="1725" b="0">
                <a:solidFill>
                  <a:srgbClr val="DCE9E6"/>
                </a:solidFill>
                <a:latin typeface="Arial"/>
                <a:ea typeface="Arial"/>
                <a:cs typeface="Arial"/>
              </a:defRPr>
            </a:lvl7pPr>
            <a:lvl8pPr algn="l">
              <a:defRPr sz="1725" b="0">
                <a:solidFill>
                  <a:srgbClr val="DCE9E6"/>
                </a:solidFill>
                <a:latin typeface="Arial"/>
                <a:ea typeface="Arial"/>
                <a:cs typeface="Arial"/>
              </a:defRPr>
            </a:lvl8pPr>
            <a:lvl9pPr algn="l">
              <a:defRPr sz="1725" b="0">
                <a:solidFill>
                  <a:srgbClr val="DCE9E6"/>
                </a:solidFill>
                <a:latin typeface="Arial"/>
                <a:ea typeface="Arial"/>
                <a:cs typeface="Arial"/>
              </a:defRPr>
            </a:lvl9pPr>
          </a:lstStyle>
          <a:p xmlns:a="http://schemas.openxmlformats.org/drawingml/2006/main">
            <a:pPr algn="l">
              <a:lnSpc>
                <a:spcPct val="108000"/>
              </a:lnSpc>
              <a:buNone/>
              <a:defRPr sz="1725" b="0">
                <a:solidFill>
                  <a:srgbClr val="DCE9E6"/>
                </a:solidFill>
                <a:latin typeface="Arial"/>
                <a:ea typeface="Arial"/>
                <a:cs typeface="Arial"/>
              </a:defRPr>
            </a:pPr>
            <a:r>
              <a:rPr sz="1725" b="0">
                <a:solidFill>
                  <a:srgbClr val="DCE9E6"/>
                </a:solidFill>
                <a:latin typeface="Arial"/>
                <a:ea typeface="Arial"/>
                <a:cs typeface="Arial"/>
              </a:rPr>
              <a:t>Команда Qadam, Rashiduly Bekzat</a:t>
            </a:r>
          </a:p>
        </p:txBody>
      </p:sp>
    </p:spTree>
    <p:extLst>
      <p:ext uri="{BB962C8B-B14F-4D97-AF65-F5344CB8AC3E}">
        <p14:creationId xmlns:p14="http://schemas.microsoft.com/office/powerpoint/2010/main" val="536272392"/>
      </p:ext>
    </p:extLst>
  </p:cSld>
</p:sld>
</file>

<file path=ppt/theme/theme1.xml><?xml version="1.0" encoding="utf-8"?>
<a:theme xmlns:a="http://schemas.openxmlformats.org/drawingml/2006/main" name="ChatGPT">
  <a:themeElements>
    <a:clrScheme name="Qadam VNext">
      <a:dk1>
        <a:srgbClr val="183D42"/>
      </a:dk1>
      <a:lt1>
        <a:srgbClr val="F7F3EB"/>
      </a:lt1>
      <a:dk2>
        <a:srgbClr val="075A63"/>
      </a:dk2>
      <a:lt2>
        <a:srgbClr val="DCE9E6"/>
      </a:lt2>
      <a:accent1>
        <a:srgbClr val="075A63"/>
      </a:accent1>
      <a:accent2>
        <a:srgbClr val="CA5B37"/>
      </a:accent2>
      <a:accent3>
        <a:srgbClr val="DCE9E6"/>
      </a:accent3>
      <a:accent4>
        <a:srgbClr val="586C6D"/>
      </a:accent4>
      <a:accent5>
        <a:srgbClr val="183D42"/>
      </a:accent5>
      <a:accent6>
        <a:srgbClr val="F7F3EB"/>
      </a:accent6>
      <a:hlink>
        <a:srgbClr val="F7F3EB"/>
      </a:hlink>
      <a:folHlink>
        <a:srgbClr val="DCE9E6"/>
      </a:folHlink>
    </a:clrScheme>
    <a:fontScheme name="">
      <a:majorFont>
        <a:latin typeface="Arial"/>
        <a:ea typeface=""/>
        <a:cs typeface=""/>
      </a:majorFont>
      <a:minorFont>
        <a:latin typeface="Arial"/>
        <a:ea typeface=""/>
        <a:cs typeface=""/>
      </a:minorFont>
    </a:fontScheme>
    <a:fmtScheme name="Qadam VNex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2026-10-20T04:44:42.1620000Z</dcterms:created>
  <dcterms:modified xsi:type="dcterms:W3CDTF">2026-10-20T04:44:42.1620000Z</dcterms:modified>
</coreProperties>
</file>